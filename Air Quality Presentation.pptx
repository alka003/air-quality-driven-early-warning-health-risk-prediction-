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62" r:id="rId4"/>
    <p:sldId id="258" r:id="rId5"/>
    <p:sldId id="259" r:id="rId6"/>
    <p:sldId id="260" r:id="rId7"/>
    <p:sldId id="261" r:id="rId8"/>
    <p:sldId id="266" r:id="rId9"/>
    <p:sldId id="271" r:id="rId10"/>
    <p:sldId id="267" r:id="rId11"/>
    <p:sldId id="273" r:id="rId12"/>
    <p:sldId id="277" r:id="rId13"/>
    <p:sldId id="268" r:id="rId14"/>
    <p:sldId id="275" r:id="rId15"/>
    <p:sldId id="278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B6B97-539C-4B26-A295-1FF985BBC72A}" v="68" dt="2026-02-13T03:23:31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ka ks" userId="ddef26f33e8307d3" providerId="LiveId" clId="{3B17B714-A471-405D-917F-1D082FD39D44}"/>
    <pc:docChg chg="undo custSel addSld delSld modSld sldOrd">
      <pc:chgData name="alka ks" userId="ddef26f33e8307d3" providerId="LiveId" clId="{3B17B714-A471-405D-917F-1D082FD39D44}" dt="2026-02-13T03:26:22.201" v="200" actId="1076"/>
      <pc:docMkLst>
        <pc:docMk/>
      </pc:docMkLst>
      <pc:sldChg chg="addSp delSp modSp mod">
        <pc:chgData name="alka ks" userId="ddef26f33e8307d3" providerId="LiveId" clId="{3B17B714-A471-405D-917F-1D082FD39D44}" dt="2026-02-10T03:50:02.239" v="105" actId="1076"/>
        <pc:sldMkLst>
          <pc:docMk/>
          <pc:sldMk cId="3004185628" sldId="257"/>
        </pc:sldMkLst>
        <pc:spChg chg="add mod">
          <ac:chgData name="alka ks" userId="ddef26f33e8307d3" providerId="LiveId" clId="{3B17B714-A471-405D-917F-1D082FD39D44}" dt="2026-02-10T03:50:02.239" v="105" actId="1076"/>
          <ac:spMkLst>
            <pc:docMk/>
            <pc:sldMk cId="3004185628" sldId="257"/>
            <ac:spMk id="5" creationId="{0C27C831-78C4-7B63-073A-A7ED3B7BF53B}"/>
          </ac:spMkLst>
        </pc:spChg>
        <pc:spChg chg="mod">
          <ac:chgData name="alka ks" userId="ddef26f33e8307d3" providerId="LiveId" clId="{3B17B714-A471-405D-917F-1D082FD39D44}" dt="2026-02-10T03:46:30.267" v="101" actId="1076"/>
          <ac:spMkLst>
            <pc:docMk/>
            <pc:sldMk cId="3004185628" sldId="257"/>
            <ac:spMk id="15" creationId="{39435445-04BC-29CC-5F21-05677CDAFA1B}"/>
          </ac:spMkLst>
        </pc:spChg>
      </pc:sldChg>
      <pc:sldChg chg="modSp mod">
        <pc:chgData name="alka ks" userId="ddef26f33e8307d3" providerId="LiveId" clId="{3B17B714-A471-405D-917F-1D082FD39D44}" dt="2026-02-10T03:32:02.190" v="42" actId="1076"/>
        <pc:sldMkLst>
          <pc:docMk/>
          <pc:sldMk cId="1759921446" sldId="259"/>
        </pc:sldMkLst>
        <pc:spChg chg="mod">
          <ac:chgData name="alka ks" userId="ddef26f33e8307d3" providerId="LiveId" clId="{3B17B714-A471-405D-917F-1D082FD39D44}" dt="2026-02-10T03:32:02.190" v="42" actId="1076"/>
          <ac:spMkLst>
            <pc:docMk/>
            <pc:sldMk cId="1759921446" sldId="259"/>
            <ac:spMk id="15" creationId="{25767270-F9B7-F843-0190-E051CC6413DD}"/>
          </ac:spMkLst>
        </pc:spChg>
      </pc:sldChg>
      <pc:sldChg chg="addSp delSp modSp mod">
        <pc:chgData name="alka ks" userId="ddef26f33e8307d3" providerId="LiveId" clId="{3B17B714-A471-405D-917F-1D082FD39D44}" dt="2026-02-12T05:23:06.431" v="179" actId="1076"/>
        <pc:sldMkLst>
          <pc:docMk/>
          <pc:sldMk cId="3097882187" sldId="262"/>
        </pc:sldMkLst>
        <pc:spChg chg="add del mod">
          <ac:chgData name="alka ks" userId="ddef26f33e8307d3" providerId="LiveId" clId="{3B17B714-A471-405D-917F-1D082FD39D44}" dt="2026-02-12T05:21:37.693" v="164" actId="478"/>
          <ac:spMkLst>
            <pc:docMk/>
            <pc:sldMk cId="3097882187" sldId="262"/>
            <ac:spMk id="3" creationId="{FC1799F8-AD9C-6443-C1B2-670DCFD7F507}"/>
          </ac:spMkLst>
        </pc:spChg>
        <pc:spChg chg="add del mod">
          <ac:chgData name="alka ks" userId="ddef26f33e8307d3" providerId="LiveId" clId="{3B17B714-A471-405D-917F-1D082FD39D44}" dt="2026-02-12T05:21:59.191" v="170"/>
          <ac:spMkLst>
            <pc:docMk/>
            <pc:sldMk cId="3097882187" sldId="262"/>
            <ac:spMk id="4" creationId="{9AE2B598-5D2B-0EAF-3D33-76D53A3023F9}"/>
          </ac:spMkLst>
        </pc:spChg>
        <pc:spChg chg="add mod">
          <ac:chgData name="alka ks" userId="ddef26f33e8307d3" providerId="LiveId" clId="{3B17B714-A471-405D-917F-1D082FD39D44}" dt="2026-02-12T05:23:06.431" v="179" actId="1076"/>
          <ac:spMkLst>
            <pc:docMk/>
            <pc:sldMk cId="3097882187" sldId="262"/>
            <ac:spMk id="5" creationId="{46657B4A-728B-0094-B119-C88A78A2DF05}"/>
          </ac:spMkLst>
        </pc:spChg>
        <pc:spChg chg="del mod">
          <ac:chgData name="alka ks" userId="ddef26f33e8307d3" providerId="LiveId" clId="{3B17B714-A471-405D-917F-1D082FD39D44}" dt="2026-02-12T05:21:37.693" v="164" actId="478"/>
          <ac:spMkLst>
            <pc:docMk/>
            <pc:sldMk cId="3097882187" sldId="262"/>
            <ac:spMk id="16" creationId="{DF76F9C9-5CDA-4229-03CC-691509E69D63}"/>
          </ac:spMkLst>
        </pc:spChg>
      </pc:sldChg>
      <pc:sldChg chg="modSp mod">
        <pc:chgData name="alka ks" userId="ddef26f33e8307d3" providerId="LiveId" clId="{3B17B714-A471-405D-917F-1D082FD39D44}" dt="2026-02-13T03:26:22.201" v="200" actId="1076"/>
        <pc:sldMkLst>
          <pc:docMk/>
          <pc:sldMk cId="123639170" sldId="263"/>
        </pc:sldMkLst>
        <pc:spChg chg="mod">
          <ac:chgData name="alka ks" userId="ddef26f33e8307d3" providerId="LiveId" clId="{3B17B714-A471-405D-917F-1D082FD39D44}" dt="2026-02-13T03:26:22.201" v="200" actId="1076"/>
          <ac:spMkLst>
            <pc:docMk/>
            <pc:sldMk cId="123639170" sldId="263"/>
            <ac:spMk id="10" creationId="{2FF86B83-51D1-E109-F430-2B03373DC576}"/>
          </ac:spMkLst>
        </pc:spChg>
      </pc:sldChg>
      <pc:sldChg chg="ord">
        <pc:chgData name="alka ks" userId="ddef26f33e8307d3" providerId="LiveId" clId="{3B17B714-A471-405D-917F-1D082FD39D44}" dt="2026-02-12T06:11:20.742" v="181"/>
        <pc:sldMkLst>
          <pc:docMk/>
          <pc:sldMk cId="511452040" sldId="271"/>
        </pc:sldMkLst>
      </pc:sldChg>
      <pc:sldChg chg="addSp delSp modSp mod">
        <pc:chgData name="alka ks" userId="ddef26f33e8307d3" providerId="LiveId" clId="{3B17B714-A471-405D-917F-1D082FD39D44}" dt="2026-02-10T03:29:31.945" v="30" actId="1076"/>
        <pc:sldMkLst>
          <pc:docMk/>
          <pc:sldMk cId="626810805" sldId="273"/>
        </pc:sldMkLst>
        <pc:spChg chg="mod">
          <ac:chgData name="alka ks" userId="ddef26f33e8307d3" providerId="LiveId" clId="{3B17B714-A471-405D-917F-1D082FD39D44}" dt="2026-02-10T03:28:02.109" v="13" actId="1076"/>
          <ac:spMkLst>
            <pc:docMk/>
            <pc:sldMk cId="626810805" sldId="273"/>
            <ac:spMk id="15" creationId="{B19D59CF-AD45-3BEF-CC29-CF7F2C283BD7}"/>
          </ac:spMkLst>
        </pc:spChg>
        <pc:grpChg chg="add mod">
          <ac:chgData name="alka ks" userId="ddef26f33e8307d3" providerId="LiveId" clId="{3B17B714-A471-405D-917F-1D082FD39D44}" dt="2026-02-10T03:27:51.156" v="12" actId="1076"/>
          <ac:grpSpMkLst>
            <pc:docMk/>
            <pc:sldMk cId="626810805" sldId="273"/>
            <ac:grpSpMk id="6" creationId="{848236B1-B67A-98F2-0358-0B1F91FA81A6}"/>
          </ac:grpSpMkLst>
        </pc:grpChg>
        <pc:grpChg chg="add mod">
          <ac:chgData name="alka ks" userId="ddef26f33e8307d3" providerId="LiveId" clId="{3B17B714-A471-405D-917F-1D082FD39D44}" dt="2026-02-10T03:28:27.328" v="18" actId="1076"/>
          <ac:grpSpMkLst>
            <pc:docMk/>
            <pc:sldMk cId="626810805" sldId="273"/>
            <ac:grpSpMk id="9" creationId="{2AD433DC-622D-B41A-1D31-123E5C105E9A}"/>
          </ac:grpSpMkLst>
        </pc:grpChg>
        <pc:grpChg chg="add mod">
          <ac:chgData name="alka ks" userId="ddef26f33e8307d3" providerId="LiveId" clId="{3B17B714-A471-405D-917F-1D082FD39D44}" dt="2026-02-10T03:29:10.519" v="26" actId="1076"/>
          <ac:grpSpMkLst>
            <pc:docMk/>
            <pc:sldMk cId="626810805" sldId="273"/>
            <ac:grpSpMk id="16" creationId="{BC4521DB-1B5A-74EF-B970-EDE7B95B5206}"/>
          </ac:grpSpMkLst>
        </pc:grpChg>
        <pc:grpChg chg="add mod">
          <ac:chgData name="alka ks" userId="ddef26f33e8307d3" providerId="LiveId" clId="{3B17B714-A471-405D-917F-1D082FD39D44}" dt="2026-02-10T03:29:31.945" v="30" actId="1076"/>
          <ac:grpSpMkLst>
            <pc:docMk/>
            <pc:sldMk cId="626810805" sldId="273"/>
            <ac:grpSpMk id="20" creationId="{B0EDF3CF-1280-5A4C-755C-4326EC639571}"/>
          </ac:grpSpMkLst>
        </pc:grpChg>
        <pc:picChg chg="add mod">
          <ac:chgData name="alka ks" userId="ddef26f33e8307d3" providerId="LiveId" clId="{3B17B714-A471-405D-917F-1D082FD39D44}" dt="2026-02-10T03:27:33.713" v="10" actId="1076"/>
          <ac:picMkLst>
            <pc:docMk/>
            <pc:sldMk cId="626810805" sldId="273"/>
            <ac:picMk id="5" creationId="{BC967FD9-513C-E120-24D7-2C9AD4FC9AD5}"/>
          </ac:picMkLst>
        </pc:picChg>
        <pc:cxnChg chg="mod">
          <ac:chgData name="alka ks" userId="ddef26f33e8307d3" providerId="LiveId" clId="{3B17B714-A471-405D-917F-1D082FD39D44}" dt="2026-02-10T03:27:46.459" v="11"/>
          <ac:cxnSpMkLst>
            <pc:docMk/>
            <pc:sldMk cId="626810805" sldId="273"/>
            <ac:cxnSpMk id="7" creationId="{570B07B7-24CA-D41B-956D-7DFA4A918254}"/>
          </ac:cxnSpMkLst>
        </pc:cxnChg>
        <pc:cxnChg chg="mod">
          <ac:chgData name="alka ks" userId="ddef26f33e8307d3" providerId="LiveId" clId="{3B17B714-A471-405D-917F-1D082FD39D44}" dt="2026-02-10T03:27:46.459" v="11"/>
          <ac:cxnSpMkLst>
            <pc:docMk/>
            <pc:sldMk cId="626810805" sldId="273"/>
            <ac:cxnSpMk id="8" creationId="{D70A0399-E9A1-B127-300B-32740761B0DE}"/>
          </ac:cxnSpMkLst>
        </pc:cxnChg>
        <pc:cxnChg chg="mod">
          <ac:chgData name="alka ks" userId="ddef26f33e8307d3" providerId="LiveId" clId="{3B17B714-A471-405D-917F-1D082FD39D44}" dt="2026-02-10T03:28:06.604" v="14"/>
          <ac:cxnSpMkLst>
            <pc:docMk/>
            <pc:sldMk cId="626810805" sldId="273"/>
            <ac:cxnSpMk id="10" creationId="{943BE7A6-FE03-6268-3555-CC93EC398AD9}"/>
          </ac:cxnSpMkLst>
        </pc:cxnChg>
        <pc:cxnChg chg="mod">
          <ac:chgData name="alka ks" userId="ddef26f33e8307d3" providerId="LiveId" clId="{3B17B714-A471-405D-917F-1D082FD39D44}" dt="2026-02-10T03:28:06.604" v="14"/>
          <ac:cxnSpMkLst>
            <pc:docMk/>
            <pc:sldMk cId="626810805" sldId="273"/>
            <ac:cxnSpMk id="11" creationId="{57601AC8-7434-64F2-8B5C-572376C6C834}"/>
          </ac:cxnSpMkLst>
        </pc:cxnChg>
        <pc:cxnChg chg="mod">
          <ac:chgData name="alka ks" userId="ddef26f33e8307d3" providerId="LiveId" clId="{3B17B714-A471-405D-917F-1D082FD39D44}" dt="2026-02-10T03:29:04.211" v="25"/>
          <ac:cxnSpMkLst>
            <pc:docMk/>
            <pc:sldMk cId="626810805" sldId="273"/>
            <ac:cxnSpMk id="17" creationId="{55D0EFEF-FAE6-BB55-EF9A-73A73DD2C156}"/>
          </ac:cxnSpMkLst>
        </pc:cxnChg>
        <pc:cxnChg chg="mod">
          <ac:chgData name="alka ks" userId="ddef26f33e8307d3" providerId="LiveId" clId="{3B17B714-A471-405D-917F-1D082FD39D44}" dt="2026-02-10T03:29:04.211" v="25"/>
          <ac:cxnSpMkLst>
            <pc:docMk/>
            <pc:sldMk cId="626810805" sldId="273"/>
            <ac:cxnSpMk id="18" creationId="{832280BB-A3F3-7F82-02C3-DF7DDC8D43B3}"/>
          </ac:cxnSpMkLst>
        </pc:cxnChg>
        <pc:cxnChg chg="mod">
          <ac:chgData name="alka ks" userId="ddef26f33e8307d3" providerId="LiveId" clId="{3B17B714-A471-405D-917F-1D082FD39D44}" dt="2026-02-10T03:29:12.267" v="27"/>
          <ac:cxnSpMkLst>
            <pc:docMk/>
            <pc:sldMk cId="626810805" sldId="273"/>
            <ac:cxnSpMk id="21" creationId="{32B637E4-4490-77C0-78BC-BFFABE4B8295}"/>
          </ac:cxnSpMkLst>
        </pc:cxnChg>
        <pc:cxnChg chg="mod">
          <ac:chgData name="alka ks" userId="ddef26f33e8307d3" providerId="LiveId" clId="{3B17B714-A471-405D-917F-1D082FD39D44}" dt="2026-02-10T03:29:12.267" v="27"/>
          <ac:cxnSpMkLst>
            <pc:docMk/>
            <pc:sldMk cId="626810805" sldId="273"/>
            <ac:cxnSpMk id="24" creationId="{DEA6D76B-63A0-AD0B-F8B7-147A9BD87077}"/>
          </ac:cxnSpMkLst>
        </pc:cxnChg>
      </pc:sldChg>
      <pc:sldChg chg="addSp delSp modSp add del mod">
        <pc:chgData name="alka ks" userId="ddef26f33e8307d3" providerId="LiveId" clId="{3B17B714-A471-405D-917F-1D082FD39D44}" dt="2026-02-10T05:06:57.160" v="160" actId="1076"/>
        <pc:sldMkLst>
          <pc:docMk/>
          <pc:sldMk cId="3945213309" sldId="275"/>
        </pc:sldMkLst>
        <pc:spChg chg="add mod">
          <ac:chgData name="alka ks" userId="ddef26f33e8307d3" providerId="LiveId" clId="{3B17B714-A471-405D-917F-1D082FD39D44}" dt="2026-02-10T05:06:57.160" v="160" actId="1076"/>
          <ac:spMkLst>
            <pc:docMk/>
            <pc:sldMk cId="3945213309" sldId="275"/>
            <ac:spMk id="3" creationId="{B0652E90-BE7B-39C5-2458-DC199A7538FD}"/>
          </ac:spMkLst>
        </pc:spChg>
        <pc:spChg chg="mod">
          <ac:chgData name="alka ks" userId="ddef26f33e8307d3" providerId="LiveId" clId="{3B17B714-A471-405D-917F-1D082FD39D44}" dt="2026-02-10T05:06:42.284" v="157" actId="1076"/>
          <ac:spMkLst>
            <pc:docMk/>
            <pc:sldMk cId="3945213309" sldId="275"/>
            <ac:spMk id="15" creationId="{26CEDC46-F6D7-7737-E2E0-E75DE5F7128C}"/>
          </ac:spMkLst>
        </pc:spChg>
      </pc:sldChg>
      <pc:sldChg chg="addSp delSp modSp add mod">
        <pc:chgData name="alka ks" userId="ddef26f33e8307d3" providerId="LiveId" clId="{3B17B714-A471-405D-917F-1D082FD39D44}" dt="2026-02-12T07:05:53.650" v="182" actId="2710"/>
        <pc:sldMkLst>
          <pc:docMk/>
          <pc:sldMk cId="2598316850" sldId="278"/>
        </pc:sldMkLst>
        <pc:spChg chg="add mod">
          <ac:chgData name="alka ks" userId="ddef26f33e8307d3" providerId="LiveId" clId="{3B17B714-A471-405D-917F-1D082FD39D44}" dt="2026-02-12T07:05:53.650" v="182" actId="2710"/>
          <ac:spMkLst>
            <pc:docMk/>
            <pc:sldMk cId="2598316850" sldId="278"/>
            <ac:spMk id="11" creationId="{8A2A1E7B-8A02-C5CE-14D5-2C3276E6457A}"/>
          </ac:spMkLst>
        </pc:spChg>
        <pc:spChg chg="mod">
          <ac:chgData name="alka ks" userId="ddef26f33e8307d3" providerId="LiveId" clId="{3B17B714-A471-405D-917F-1D082FD39D44}" dt="2026-02-10T04:37:29.451" v="144" actId="1076"/>
          <ac:spMkLst>
            <pc:docMk/>
            <pc:sldMk cId="2598316850" sldId="278"/>
            <ac:spMk id="15" creationId="{4520143E-5576-43AA-892F-189EA629E05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ED1C40-9746-45D8-ACAE-B6B0F6F1319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858B8E3-762F-42D8-9832-EF0483550AAA}">
      <dgm:prSet/>
      <dgm:spPr/>
      <dgm:t>
        <a:bodyPr/>
        <a:lstStyle/>
        <a:p>
          <a:r>
            <a:rPr lang="en-IN" dirty="0"/>
            <a:t>Air Quality Data</a:t>
          </a:r>
        </a:p>
      </dgm:t>
    </dgm:pt>
    <dgm:pt modelId="{ACE7F67F-B512-41A6-88B3-F56D2384AE7C}" type="parTrans" cxnId="{DA290568-97EF-4D84-ACF5-5DB152F421D4}">
      <dgm:prSet/>
      <dgm:spPr/>
      <dgm:t>
        <a:bodyPr/>
        <a:lstStyle/>
        <a:p>
          <a:endParaRPr lang="en-IN"/>
        </a:p>
      </dgm:t>
    </dgm:pt>
    <dgm:pt modelId="{E38926A4-7580-438D-86C4-69FCEA21DE76}" type="sibTrans" cxnId="{DA290568-97EF-4D84-ACF5-5DB152F421D4}">
      <dgm:prSet/>
      <dgm:spPr/>
      <dgm:t>
        <a:bodyPr/>
        <a:lstStyle/>
        <a:p>
          <a:endParaRPr lang="en-IN"/>
        </a:p>
      </dgm:t>
    </dgm:pt>
    <dgm:pt modelId="{0DE4EBBE-51F4-4E20-9933-C72FE08D09BE}">
      <dgm:prSet/>
      <dgm:spPr/>
      <dgm:t>
        <a:bodyPr/>
        <a:lstStyle/>
        <a:p>
          <a:r>
            <a:rPr lang="en-IN" dirty="0"/>
            <a:t>--&gt;Data Preprocessing</a:t>
          </a:r>
        </a:p>
      </dgm:t>
    </dgm:pt>
    <dgm:pt modelId="{B1753AF4-D1B8-4E34-9588-45618D39AFEF}" type="parTrans" cxnId="{1DEF0949-8F32-41B0-9211-9E029D922B6D}">
      <dgm:prSet/>
      <dgm:spPr/>
      <dgm:t>
        <a:bodyPr/>
        <a:lstStyle/>
        <a:p>
          <a:endParaRPr lang="en-IN"/>
        </a:p>
      </dgm:t>
    </dgm:pt>
    <dgm:pt modelId="{1454A8F6-165F-4FF1-AEF3-23E036C5263C}" type="sibTrans" cxnId="{1DEF0949-8F32-41B0-9211-9E029D922B6D}">
      <dgm:prSet/>
      <dgm:spPr/>
      <dgm:t>
        <a:bodyPr/>
        <a:lstStyle/>
        <a:p>
          <a:endParaRPr lang="en-IN"/>
        </a:p>
      </dgm:t>
    </dgm:pt>
    <dgm:pt modelId="{23FEAFA0-64E7-4455-B907-A1B93B6DAB7C}">
      <dgm:prSet/>
      <dgm:spPr/>
      <dgm:t>
        <a:bodyPr/>
        <a:lstStyle/>
        <a:p>
          <a:r>
            <a:rPr lang="en-IN" dirty="0"/>
            <a:t>--&gt;Feature Engineering</a:t>
          </a:r>
        </a:p>
      </dgm:t>
    </dgm:pt>
    <dgm:pt modelId="{FE809788-49C4-45C4-B9D1-4AF614CA2674}" type="parTrans" cxnId="{F1E20D9F-8667-488D-8E54-AAE150B0DA44}">
      <dgm:prSet/>
      <dgm:spPr/>
      <dgm:t>
        <a:bodyPr/>
        <a:lstStyle/>
        <a:p>
          <a:endParaRPr lang="en-IN"/>
        </a:p>
      </dgm:t>
    </dgm:pt>
    <dgm:pt modelId="{ADC4FA3C-D197-4EBF-98BB-DF1B3A3AC12E}" type="sibTrans" cxnId="{F1E20D9F-8667-488D-8E54-AAE150B0DA44}">
      <dgm:prSet/>
      <dgm:spPr/>
      <dgm:t>
        <a:bodyPr/>
        <a:lstStyle/>
        <a:p>
          <a:endParaRPr lang="en-IN"/>
        </a:p>
      </dgm:t>
    </dgm:pt>
    <dgm:pt modelId="{9E16DF27-4E10-4257-9BC6-24EEDC91010F}">
      <dgm:prSet/>
      <dgm:spPr/>
      <dgm:t>
        <a:bodyPr/>
        <a:lstStyle/>
        <a:p>
          <a:r>
            <a:rPr lang="en-IN" dirty="0"/>
            <a:t>--&gt;Machine Learning Model</a:t>
          </a:r>
        </a:p>
      </dgm:t>
    </dgm:pt>
    <dgm:pt modelId="{16F0949E-6EB5-4DFC-B25C-CF9ACBFB118F}" type="parTrans" cxnId="{DE980AC6-113E-4363-B3DC-B3C9BBD341BA}">
      <dgm:prSet/>
      <dgm:spPr/>
      <dgm:t>
        <a:bodyPr/>
        <a:lstStyle/>
        <a:p>
          <a:endParaRPr lang="en-IN"/>
        </a:p>
      </dgm:t>
    </dgm:pt>
    <dgm:pt modelId="{E0DD4F54-6DC8-4648-9D59-AFC9079C2FB1}" type="sibTrans" cxnId="{DE980AC6-113E-4363-B3DC-B3C9BBD341BA}">
      <dgm:prSet/>
      <dgm:spPr/>
      <dgm:t>
        <a:bodyPr/>
        <a:lstStyle/>
        <a:p>
          <a:endParaRPr lang="en-IN"/>
        </a:p>
      </dgm:t>
    </dgm:pt>
    <dgm:pt modelId="{F9E22E74-E333-44DE-85A2-84A2AA4266FA}">
      <dgm:prSet/>
      <dgm:spPr/>
      <dgm:t>
        <a:bodyPr/>
        <a:lstStyle/>
        <a:p>
          <a:r>
            <a:rPr lang="en-IN" dirty="0"/>
            <a:t>--&gt;Risk Prediction (High / Normal)</a:t>
          </a:r>
        </a:p>
      </dgm:t>
    </dgm:pt>
    <dgm:pt modelId="{658B7659-13FC-4DA4-BC40-0224F8332DFD}" type="parTrans" cxnId="{43534536-68B5-4117-A4A7-31C51EEF5C7F}">
      <dgm:prSet/>
      <dgm:spPr/>
      <dgm:t>
        <a:bodyPr/>
        <a:lstStyle/>
        <a:p>
          <a:endParaRPr lang="en-IN"/>
        </a:p>
      </dgm:t>
    </dgm:pt>
    <dgm:pt modelId="{7ED19C0C-A51E-4874-AC99-6DE9D5143FBB}" type="sibTrans" cxnId="{43534536-68B5-4117-A4A7-31C51EEF5C7F}">
      <dgm:prSet/>
      <dgm:spPr/>
      <dgm:t>
        <a:bodyPr/>
        <a:lstStyle/>
        <a:p>
          <a:endParaRPr lang="en-IN"/>
        </a:p>
      </dgm:t>
    </dgm:pt>
    <dgm:pt modelId="{416AF77A-F143-43F5-879C-993575FFF103}">
      <dgm:prSet/>
      <dgm:spPr/>
      <dgm:t>
        <a:bodyPr/>
        <a:lstStyle/>
        <a:p>
          <a:r>
            <a:rPr lang="en-IN" dirty="0"/>
            <a:t>--&gt;User Interface(</a:t>
          </a:r>
          <a:r>
            <a:rPr lang="en-IN" dirty="0" err="1"/>
            <a:t>Gradio</a:t>
          </a:r>
          <a:r>
            <a:rPr lang="en-IN" dirty="0"/>
            <a:t>)</a:t>
          </a:r>
        </a:p>
      </dgm:t>
    </dgm:pt>
    <dgm:pt modelId="{8A8CE06F-313F-4E95-8C0E-A23347C69C91}" type="parTrans" cxnId="{C3A9D8F0-E7F6-42CE-BE0D-8FA9DE0859AE}">
      <dgm:prSet/>
      <dgm:spPr/>
      <dgm:t>
        <a:bodyPr/>
        <a:lstStyle/>
        <a:p>
          <a:endParaRPr lang="en-IN"/>
        </a:p>
      </dgm:t>
    </dgm:pt>
    <dgm:pt modelId="{B2524F8B-5396-4302-8D8C-B22527FDCDF3}" type="sibTrans" cxnId="{C3A9D8F0-E7F6-42CE-BE0D-8FA9DE0859AE}">
      <dgm:prSet/>
      <dgm:spPr/>
      <dgm:t>
        <a:bodyPr/>
        <a:lstStyle/>
        <a:p>
          <a:endParaRPr lang="en-IN"/>
        </a:p>
      </dgm:t>
    </dgm:pt>
    <dgm:pt modelId="{51A0BECC-AB24-430F-8DBC-84DFFB21C675}" type="pres">
      <dgm:prSet presAssocID="{B2ED1C40-9746-45D8-ACAE-B6B0F6F13197}" presName="CompostProcess" presStyleCnt="0">
        <dgm:presLayoutVars>
          <dgm:dir/>
          <dgm:resizeHandles val="exact"/>
        </dgm:presLayoutVars>
      </dgm:prSet>
      <dgm:spPr/>
    </dgm:pt>
    <dgm:pt modelId="{CD5BC946-D677-46AB-B4D3-EAA6031233CD}" type="pres">
      <dgm:prSet presAssocID="{B2ED1C40-9746-45D8-ACAE-B6B0F6F13197}" presName="arrow" presStyleLbl="bgShp" presStyleIdx="0" presStyleCnt="1"/>
      <dgm:spPr/>
    </dgm:pt>
    <dgm:pt modelId="{67317F8C-C926-4F2B-85D4-371A287BC67A}" type="pres">
      <dgm:prSet presAssocID="{B2ED1C40-9746-45D8-ACAE-B6B0F6F13197}" presName="linearProcess" presStyleCnt="0"/>
      <dgm:spPr/>
    </dgm:pt>
    <dgm:pt modelId="{C6600E00-F24A-4A08-A016-81413D2B92C1}" type="pres">
      <dgm:prSet presAssocID="{2858B8E3-762F-42D8-9832-EF0483550AAA}" presName="textNode" presStyleLbl="node1" presStyleIdx="0" presStyleCnt="6">
        <dgm:presLayoutVars>
          <dgm:bulletEnabled val="1"/>
        </dgm:presLayoutVars>
      </dgm:prSet>
      <dgm:spPr/>
    </dgm:pt>
    <dgm:pt modelId="{77686D4B-7643-487F-9E12-EAF3D287C2A6}" type="pres">
      <dgm:prSet presAssocID="{E38926A4-7580-438D-86C4-69FCEA21DE76}" presName="sibTrans" presStyleCnt="0"/>
      <dgm:spPr/>
    </dgm:pt>
    <dgm:pt modelId="{0361DD62-5C6A-4E88-AB57-E3308FA95197}" type="pres">
      <dgm:prSet presAssocID="{0DE4EBBE-51F4-4E20-9933-C72FE08D09BE}" presName="textNode" presStyleLbl="node1" presStyleIdx="1" presStyleCnt="6">
        <dgm:presLayoutVars>
          <dgm:bulletEnabled val="1"/>
        </dgm:presLayoutVars>
      </dgm:prSet>
      <dgm:spPr/>
    </dgm:pt>
    <dgm:pt modelId="{40C3642A-92B0-43FD-9D75-8D787BAE2CDE}" type="pres">
      <dgm:prSet presAssocID="{1454A8F6-165F-4FF1-AEF3-23E036C5263C}" presName="sibTrans" presStyleCnt="0"/>
      <dgm:spPr/>
    </dgm:pt>
    <dgm:pt modelId="{048F5243-6072-4256-B84C-C5D9EA4EE3C9}" type="pres">
      <dgm:prSet presAssocID="{23FEAFA0-64E7-4455-B907-A1B93B6DAB7C}" presName="textNode" presStyleLbl="node1" presStyleIdx="2" presStyleCnt="6">
        <dgm:presLayoutVars>
          <dgm:bulletEnabled val="1"/>
        </dgm:presLayoutVars>
      </dgm:prSet>
      <dgm:spPr/>
    </dgm:pt>
    <dgm:pt modelId="{CBDE2639-6FF2-4169-A68C-FEF36CEE5B4C}" type="pres">
      <dgm:prSet presAssocID="{ADC4FA3C-D197-4EBF-98BB-DF1B3A3AC12E}" presName="sibTrans" presStyleCnt="0"/>
      <dgm:spPr/>
    </dgm:pt>
    <dgm:pt modelId="{BAFE2533-FE27-416E-9DC3-B9756024E395}" type="pres">
      <dgm:prSet presAssocID="{9E16DF27-4E10-4257-9BC6-24EEDC91010F}" presName="textNode" presStyleLbl="node1" presStyleIdx="3" presStyleCnt="6">
        <dgm:presLayoutVars>
          <dgm:bulletEnabled val="1"/>
        </dgm:presLayoutVars>
      </dgm:prSet>
      <dgm:spPr/>
    </dgm:pt>
    <dgm:pt modelId="{85C83CA5-5815-4F75-9138-8D53905D6AD3}" type="pres">
      <dgm:prSet presAssocID="{E0DD4F54-6DC8-4648-9D59-AFC9079C2FB1}" presName="sibTrans" presStyleCnt="0"/>
      <dgm:spPr/>
    </dgm:pt>
    <dgm:pt modelId="{0E98998C-C571-4210-8925-6C25186194A5}" type="pres">
      <dgm:prSet presAssocID="{F9E22E74-E333-44DE-85A2-84A2AA4266FA}" presName="textNode" presStyleLbl="node1" presStyleIdx="4" presStyleCnt="6">
        <dgm:presLayoutVars>
          <dgm:bulletEnabled val="1"/>
        </dgm:presLayoutVars>
      </dgm:prSet>
      <dgm:spPr/>
    </dgm:pt>
    <dgm:pt modelId="{47366C21-9CB3-4717-A5B8-E242F7672F29}" type="pres">
      <dgm:prSet presAssocID="{7ED19C0C-A51E-4874-AC99-6DE9D5143FBB}" presName="sibTrans" presStyleCnt="0"/>
      <dgm:spPr/>
    </dgm:pt>
    <dgm:pt modelId="{171F9206-B1FC-40A5-8AFF-BC483C86E3B7}" type="pres">
      <dgm:prSet presAssocID="{416AF77A-F143-43F5-879C-993575FFF103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00DB4314-6688-46D6-B939-33C193D946E6}" type="presOf" srcId="{23FEAFA0-64E7-4455-B907-A1B93B6DAB7C}" destId="{048F5243-6072-4256-B84C-C5D9EA4EE3C9}" srcOrd="0" destOrd="0" presId="urn:microsoft.com/office/officeart/2005/8/layout/hProcess9"/>
    <dgm:cxn modelId="{43534536-68B5-4117-A4A7-31C51EEF5C7F}" srcId="{B2ED1C40-9746-45D8-ACAE-B6B0F6F13197}" destId="{F9E22E74-E333-44DE-85A2-84A2AA4266FA}" srcOrd="4" destOrd="0" parTransId="{658B7659-13FC-4DA4-BC40-0224F8332DFD}" sibTransId="{7ED19C0C-A51E-4874-AC99-6DE9D5143FBB}"/>
    <dgm:cxn modelId="{DA290568-97EF-4D84-ACF5-5DB152F421D4}" srcId="{B2ED1C40-9746-45D8-ACAE-B6B0F6F13197}" destId="{2858B8E3-762F-42D8-9832-EF0483550AAA}" srcOrd="0" destOrd="0" parTransId="{ACE7F67F-B512-41A6-88B3-F56D2384AE7C}" sibTransId="{E38926A4-7580-438D-86C4-69FCEA21DE76}"/>
    <dgm:cxn modelId="{1DEF0949-8F32-41B0-9211-9E029D922B6D}" srcId="{B2ED1C40-9746-45D8-ACAE-B6B0F6F13197}" destId="{0DE4EBBE-51F4-4E20-9933-C72FE08D09BE}" srcOrd="1" destOrd="0" parTransId="{B1753AF4-D1B8-4E34-9588-45618D39AFEF}" sibTransId="{1454A8F6-165F-4FF1-AEF3-23E036C5263C}"/>
    <dgm:cxn modelId="{BCBD7256-09A0-4F97-9499-5B2D20813159}" type="presOf" srcId="{0DE4EBBE-51F4-4E20-9933-C72FE08D09BE}" destId="{0361DD62-5C6A-4E88-AB57-E3308FA95197}" srcOrd="0" destOrd="0" presId="urn:microsoft.com/office/officeart/2005/8/layout/hProcess9"/>
    <dgm:cxn modelId="{90848C56-1321-4EE8-9033-4F77BC0A894A}" type="presOf" srcId="{9E16DF27-4E10-4257-9BC6-24EEDC91010F}" destId="{BAFE2533-FE27-416E-9DC3-B9756024E395}" srcOrd="0" destOrd="0" presId="urn:microsoft.com/office/officeart/2005/8/layout/hProcess9"/>
    <dgm:cxn modelId="{0F083059-D64D-4022-9B52-45B7CFF61148}" type="presOf" srcId="{B2ED1C40-9746-45D8-ACAE-B6B0F6F13197}" destId="{51A0BECC-AB24-430F-8DBC-84DFFB21C675}" srcOrd="0" destOrd="0" presId="urn:microsoft.com/office/officeart/2005/8/layout/hProcess9"/>
    <dgm:cxn modelId="{07ED3F96-6695-4A4D-BF2C-6CA84C89312B}" type="presOf" srcId="{416AF77A-F143-43F5-879C-993575FFF103}" destId="{171F9206-B1FC-40A5-8AFF-BC483C86E3B7}" srcOrd="0" destOrd="0" presId="urn:microsoft.com/office/officeart/2005/8/layout/hProcess9"/>
    <dgm:cxn modelId="{F1E20D9F-8667-488D-8E54-AAE150B0DA44}" srcId="{B2ED1C40-9746-45D8-ACAE-B6B0F6F13197}" destId="{23FEAFA0-64E7-4455-B907-A1B93B6DAB7C}" srcOrd="2" destOrd="0" parTransId="{FE809788-49C4-45C4-B9D1-4AF614CA2674}" sibTransId="{ADC4FA3C-D197-4EBF-98BB-DF1B3A3AC12E}"/>
    <dgm:cxn modelId="{DE980AC6-113E-4363-B3DC-B3C9BBD341BA}" srcId="{B2ED1C40-9746-45D8-ACAE-B6B0F6F13197}" destId="{9E16DF27-4E10-4257-9BC6-24EEDC91010F}" srcOrd="3" destOrd="0" parTransId="{16F0949E-6EB5-4DFC-B25C-CF9ACBFB118F}" sibTransId="{E0DD4F54-6DC8-4648-9D59-AFC9079C2FB1}"/>
    <dgm:cxn modelId="{6D7369CF-E53B-46AD-931F-E51A5171F6DB}" type="presOf" srcId="{2858B8E3-762F-42D8-9832-EF0483550AAA}" destId="{C6600E00-F24A-4A08-A016-81413D2B92C1}" srcOrd="0" destOrd="0" presId="urn:microsoft.com/office/officeart/2005/8/layout/hProcess9"/>
    <dgm:cxn modelId="{C3A9D8F0-E7F6-42CE-BE0D-8FA9DE0859AE}" srcId="{B2ED1C40-9746-45D8-ACAE-B6B0F6F13197}" destId="{416AF77A-F143-43F5-879C-993575FFF103}" srcOrd="5" destOrd="0" parTransId="{8A8CE06F-313F-4E95-8C0E-A23347C69C91}" sibTransId="{B2524F8B-5396-4302-8D8C-B22527FDCDF3}"/>
    <dgm:cxn modelId="{117E44F3-C5BA-4247-9935-017A46F28683}" type="presOf" srcId="{F9E22E74-E333-44DE-85A2-84A2AA4266FA}" destId="{0E98998C-C571-4210-8925-6C25186194A5}" srcOrd="0" destOrd="0" presId="urn:microsoft.com/office/officeart/2005/8/layout/hProcess9"/>
    <dgm:cxn modelId="{E0696B08-D88B-46FF-AD5F-D3EC647F9BA5}" type="presParOf" srcId="{51A0BECC-AB24-430F-8DBC-84DFFB21C675}" destId="{CD5BC946-D677-46AB-B4D3-EAA6031233CD}" srcOrd="0" destOrd="0" presId="urn:microsoft.com/office/officeart/2005/8/layout/hProcess9"/>
    <dgm:cxn modelId="{98B72377-1ED8-47E4-BAD1-99887A6FF162}" type="presParOf" srcId="{51A0BECC-AB24-430F-8DBC-84DFFB21C675}" destId="{67317F8C-C926-4F2B-85D4-371A287BC67A}" srcOrd="1" destOrd="0" presId="urn:microsoft.com/office/officeart/2005/8/layout/hProcess9"/>
    <dgm:cxn modelId="{38F0555D-3B27-41A6-8B17-887709D89DE7}" type="presParOf" srcId="{67317F8C-C926-4F2B-85D4-371A287BC67A}" destId="{C6600E00-F24A-4A08-A016-81413D2B92C1}" srcOrd="0" destOrd="0" presId="urn:microsoft.com/office/officeart/2005/8/layout/hProcess9"/>
    <dgm:cxn modelId="{C3DCCFB5-ED01-4673-BDDD-07AE28FF6274}" type="presParOf" srcId="{67317F8C-C926-4F2B-85D4-371A287BC67A}" destId="{77686D4B-7643-487F-9E12-EAF3D287C2A6}" srcOrd="1" destOrd="0" presId="urn:microsoft.com/office/officeart/2005/8/layout/hProcess9"/>
    <dgm:cxn modelId="{49ED723E-F3CE-465B-9AF0-712A96F48EF5}" type="presParOf" srcId="{67317F8C-C926-4F2B-85D4-371A287BC67A}" destId="{0361DD62-5C6A-4E88-AB57-E3308FA95197}" srcOrd="2" destOrd="0" presId="urn:microsoft.com/office/officeart/2005/8/layout/hProcess9"/>
    <dgm:cxn modelId="{99D98773-69A4-4EB9-960C-E0B523B64A1B}" type="presParOf" srcId="{67317F8C-C926-4F2B-85D4-371A287BC67A}" destId="{40C3642A-92B0-43FD-9D75-8D787BAE2CDE}" srcOrd="3" destOrd="0" presId="urn:microsoft.com/office/officeart/2005/8/layout/hProcess9"/>
    <dgm:cxn modelId="{F06A0698-FF4A-4F4C-B77D-803465952F1D}" type="presParOf" srcId="{67317F8C-C926-4F2B-85D4-371A287BC67A}" destId="{048F5243-6072-4256-B84C-C5D9EA4EE3C9}" srcOrd="4" destOrd="0" presId="urn:microsoft.com/office/officeart/2005/8/layout/hProcess9"/>
    <dgm:cxn modelId="{77E8313B-CBBF-46D8-87E0-1565A420F28F}" type="presParOf" srcId="{67317F8C-C926-4F2B-85D4-371A287BC67A}" destId="{CBDE2639-6FF2-4169-A68C-FEF36CEE5B4C}" srcOrd="5" destOrd="0" presId="urn:microsoft.com/office/officeart/2005/8/layout/hProcess9"/>
    <dgm:cxn modelId="{C1257BF7-AA8F-445D-ADB0-93148F8C846A}" type="presParOf" srcId="{67317F8C-C926-4F2B-85D4-371A287BC67A}" destId="{BAFE2533-FE27-416E-9DC3-B9756024E395}" srcOrd="6" destOrd="0" presId="urn:microsoft.com/office/officeart/2005/8/layout/hProcess9"/>
    <dgm:cxn modelId="{217EB0A9-9C5B-4FA7-9650-237550091FB3}" type="presParOf" srcId="{67317F8C-C926-4F2B-85D4-371A287BC67A}" destId="{85C83CA5-5815-4F75-9138-8D53905D6AD3}" srcOrd="7" destOrd="0" presId="urn:microsoft.com/office/officeart/2005/8/layout/hProcess9"/>
    <dgm:cxn modelId="{F6249CA1-AAAD-42CF-833E-7F92D45532FB}" type="presParOf" srcId="{67317F8C-C926-4F2B-85D4-371A287BC67A}" destId="{0E98998C-C571-4210-8925-6C25186194A5}" srcOrd="8" destOrd="0" presId="urn:microsoft.com/office/officeart/2005/8/layout/hProcess9"/>
    <dgm:cxn modelId="{FB9C7EE7-8389-43DA-B7B8-DD66AEA4D559}" type="presParOf" srcId="{67317F8C-C926-4F2B-85D4-371A287BC67A}" destId="{47366C21-9CB3-4717-A5B8-E242F7672F29}" srcOrd="9" destOrd="0" presId="urn:microsoft.com/office/officeart/2005/8/layout/hProcess9"/>
    <dgm:cxn modelId="{149F76F1-1CDB-45F9-AD4F-1901A4BE4FA5}" type="presParOf" srcId="{67317F8C-C926-4F2B-85D4-371A287BC67A}" destId="{171F9206-B1FC-40A5-8AFF-BC483C86E3B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BC946-D677-46AB-B4D3-EAA6031233CD}">
      <dsp:nvSpPr>
        <dsp:cNvPr id="0" name=""/>
        <dsp:cNvSpPr/>
      </dsp:nvSpPr>
      <dsp:spPr>
        <a:xfrm>
          <a:off x="825329" y="0"/>
          <a:ext cx="9353732" cy="447039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00E00-F24A-4A08-A016-81413D2B92C1}">
      <dsp:nvSpPr>
        <dsp:cNvPr id="0" name=""/>
        <dsp:cNvSpPr/>
      </dsp:nvSpPr>
      <dsp:spPr>
        <a:xfrm>
          <a:off x="3022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Air Quality Data</a:t>
          </a:r>
        </a:p>
      </dsp:txBody>
      <dsp:txXfrm>
        <a:off x="88925" y="1427021"/>
        <a:ext cx="1587929" cy="1616352"/>
      </dsp:txXfrm>
    </dsp:sp>
    <dsp:sp modelId="{0361DD62-5C6A-4E88-AB57-E3308FA95197}">
      <dsp:nvSpPr>
        <dsp:cNvPr id="0" name=""/>
        <dsp:cNvSpPr/>
      </dsp:nvSpPr>
      <dsp:spPr>
        <a:xfrm>
          <a:off x="1850744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--&gt;Data Preprocessing</a:t>
          </a:r>
        </a:p>
      </dsp:txBody>
      <dsp:txXfrm>
        <a:off x="1936647" y="1427021"/>
        <a:ext cx="1587929" cy="1616352"/>
      </dsp:txXfrm>
    </dsp:sp>
    <dsp:sp modelId="{048F5243-6072-4256-B84C-C5D9EA4EE3C9}">
      <dsp:nvSpPr>
        <dsp:cNvPr id="0" name=""/>
        <dsp:cNvSpPr/>
      </dsp:nvSpPr>
      <dsp:spPr>
        <a:xfrm>
          <a:off x="3698466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--&gt;Feature Engineering</a:t>
          </a:r>
        </a:p>
      </dsp:txBody>
      <dsp:txXfrm>
        <a:off x="3784369" y="1427021"/>
        <a:ext cx="1587929" cy="1616352"/>
      </dsp:txXfrm>
    </dsp:sp>
    <dsp:sp modelId="{BAFE2533-FE27-416E-9DC3-B9756024E395}">
      <dsp:nvSpPr>
        <dsp:cNvPr id="0" name=""/>
        <dsp:cNvSpPr/>
      </dsp:nvSpPr>
      <dsp:spPr>
        <a:xfrm>
          <a:off x="5546188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--&gt;Machine Learning Model</a:t>
          </a:r>
        </a:p>
      </dsp:txBody>
      <dsp:txXfrm>
        <a:off x="5632091" y="1427021"/>
        <a:ext cx="1587929" cy="1616352"/>
      </dsp:txXfrm>
    </dsp:sp>
    <dsp:sp modelId="{0E98998C-C571-4210-8925-6C25186194A5}">
      <dsp:nvSpPr>
        <dsp:cNvPr id="0" name=""/>
        <dsp:cNvSpPr/>
      </dsp:nvSpPr>
      <dsp:spPr>
        <a:xfrm>
          <a:off x="7393911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--&gt;Risk Prediction (High / Normal)</a:t>
          </a:r>
        </a:p>
      </dsp:txBody>
      <dsp:txXfrm>
        <a:off x="7479814" y="1427021"/>
        <a:ext cx="1587929" cy="1616352"/>
      </dsp:txXfrm>
    </dsp:sp>
    <dsp:sp modelId="{171F9206-B1FC-40A5-8AFF-BC483C86E3B7}">
      <dsp:nvSpPr>
        <dsp:cNvPr id="0" name=""/>
        <dsp:cNvSpPr/>
      </dsp:nvSpPr>
      <dsp:spPr>
        <a:xfrm>
          <a:off x="9241633" y="1341118"/>
          <a:ext cx="1759735" cy="1788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--&gt;User Interface(</a:t>
          </a:r>
          <a:r>
            <a:rPr lang="en-IN" sz="1600" kern="1200" dirty="0" err="1"/>
            <a:t>Gradio</a:t>
          </a:r>
          <a:r>
            <a:rPr lang="en-IN" sz="1600" kern="1200" dirty="0"/>
            <a:t>)</a:t>
          </a:r>
        </a:p>
      </dsp:txBody>
      <dsp:txXfrm>
        <a:off x="9327536" y="1427021"/>
        <a:ext cx="1587929" cy="1616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1132-6587-B0AF-1991-34E6C4000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22196-2940-FE35-04DA-C299DB1A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41BB-0561-235F-5801-0B321783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5C25C-3459-674A-B89D-55595A1D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2096A-3EF7-2B0D-2F8E-7F6B2958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04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A892-61B8-3A88-A835-A98697BC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938F-768C-D7D5-B562-2D9FFB4E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82B1D-0D74-C024-156A-C7B6B0FB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40EF-E138-BD7C-151F-25158C38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EBB29-4DA2-5569-88B2-D4F4E1D2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5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31AF-ADB7-9F25-F438-004122C7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CB662-8528-3C8D-8704-565FEE9D5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25D73-D812-4E77-8F3D-91DD5F63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41398-C78D-3BD0-E0A7-5C67A7526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94AC3-0C21-9189-FDAE-129E3179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42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E5BD-2B21-3B29-F8F2-57F991F2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4ED32-E32A-CAE3-4486-03F645C21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64CEC-421E-CE42-EF49-F1A842306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52E1E-3AFB-3AB3-3E8A-774D4F2E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1CACC-F633-DDDE-703D-B4F04AFF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A51AE-37EC-3E1F-2C19-3C9EB261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86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6DBB2-DF98-E7D1-693D-DC389B3B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5D67E-6360-335D-6A77-917230645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22E75-55DA-4BE9-08EE-9EA45B3AF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006F6-2602-802F-CDF1-EB69EB191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46DE4-21F7-A25A-BC3E-72D2F994B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AB1F3-396F-DB80-7947-7BEC16F2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65459-7986-394D-87DB-0A24C9B2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889DC-640C-C58F-0415-897BB9EC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57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A8EC-CD4E-475D-98F2-E661FA12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E1396-F6E6-726F-B3EF-69F101E4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E8E8F-A95C-2B09-E686-3207B725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451C3-969A-5603-7721-4E6811B9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55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F0BEE-3C0E-A263-7B17-42B4FE89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A63E7-747D-F569-56F2-432FF22A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528DE-3879-E4A7-C26D-FF372B66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7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7B29-4DDE-0695-D544-8C1045AE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D14C9-F3DC-49D6-4569-A1172D8D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5B750-8D4E-0D4D-20D0-A11F61290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39BD9-15F9-86DF-6E5C-FFB430E5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65C2A-ECA4-276F-6FAA-8E2732A9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1C558-11FE-BE93-92BA-D2AA3793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6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B54C-9152-E2F9-984F-32261223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212C6-E6F3-B0D0-7B4E-77D8C3644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09A33-713D-D3A2-424B-ABFD0A08A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2707E-B610-DBCC-0C00-CDC5C91A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EFFDF-B030-9C0B-F8DD-2C2F8B308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5682D-AE16-7DA2-5817-5BEAE718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AB1A-ADCC-ECF7-6223-B43ADBA7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BD9A8-E57A-A485-D8E0-DE6ED59F8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FC316-1905-9C64-9100-DB18D1ED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963DD-C52D-96C3-D883-BA4F756D9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8587-C242-A738-03C6-7B749C3B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14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FD9D3-45E5-CCBB-C579-DF5F0BF6F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A747-FAC8-A03D-4E18-4DEE8FD4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6639E-45CD-F0A1-7E35-80C4812F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AFAA8-217E-DF37-E081-1F172766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3371B-A9EB-D17E-D057-4B5F48C2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5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45BB1-22B2-F21B-7764-361C971F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8335B-5151-6981-B30C-75CD897EE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455A5-6FB8-D750-E0AC-4774D5CE4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BB743-A897-45FA-9243-6AB77D2E3360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4D87-3DAB-D870-17FF-043A8D288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EADA6-23A4-E077-9D0D-F2A1A5E21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5EF11-FD49-4A02-9B3E-B4B7667726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0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ohanrao/air-quality-data-in-india?utm_source=chatgpt.com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C3263-D99D-543E-4CF4-4A030275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FF86B83-51D1-E109-F430-2B03373DC576}"/>
              </a:ext>
            </a:extLst>
          </p:cNvPr>
          <p:cNvSpPr txBox="1"/>
          <p:nvPr/>
        </p:nvSpPr>
        <p:spPr>
          <a:xfrm>
            <a:off x="633965" y="2348047"/>
            <a:ext cx="53858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Air Quality -Driven Early Warning Health</a:t>
            </a:r>
          </a:p>
          <a:p>
            <a:r>
              <a:rPr lang="en-IN" sz="4000" b="1" dirty="0">
                <a:solidFill>
                  <a:schemeClr val="bg1"/>
                </a:solidFill>
              </a:rPr>
              <a:t>Risk Prediction System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BEFFE-FBCD-D35E-2D7E-28994309B312}"/>
              </a:ext>
            </a:extLst>
          </p:cNvPr>
          <p:cNvSpPr txBox="1"/>
          <p:nvPr/>
        </p:nvSpPr>
        <p:spPr>
          <a:xfrm>
            <a:off x="-371442" y="5681999"/>
            <a:ext cx="3468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ALKA K S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Data Science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FDC48B-FCF1-3279-9EC0-FD2DB6FB33FD}"/>
              </a:ext>
            </a:extLst>
          </p:cNvPr>
          <p:cNvGrpSpPr/>
          <p:nvPr/>
        </p:nvGrpSpPr>
        <p:grpSpPr>
          <a:xfrm>
            <a:off x="448439" y="4762328"/>
            <a:ext cx="2993571" cy="1839342"/>
            <a:chOff x="501805" y="4762328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30A1081-3EFC-86DE-6CD0-F3828221B531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62328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D2D10D-21E3-E24D-75B9-2AE5C17322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34D30E1-3931-A1E0-3BDF-D10F4C29E0CC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7223D1D-D9E3-6C6D-6BBC-B8B505341E34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0814E7-2333-431B-EF64-A4AD7316D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43B7DCD-52F8-422B-B786-8DA8040C0DAD}"/>
              </a:ext>
            </a:extLst>
          </p:cNvPr>
          <p:cNvGrpSpPr/>
          <p:nvPr/>
        </p:nvGrpSpPr>
        <p:grpSpPr>
          <a:xfrm>
            <a:off x="3644899" y="-582293"/>
            <a:ext cx="9461499" cy="7506528"/>
            <a:chOff x="3619499" y="-452633"/>
            <a:chExt cx="9461499" cy="7286063"/>
          </a:xfrm>
          <a:blipFill>
            <a:blip r:embed="rId2"/>
            <a:stretch>
              <a:fillRect/>
            </a:stretch>
          </a:blipFill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0E70DF3-EC79-3D3C-DE37-210C300D4849}"/>
                </a:ext>
              </a:extLst>
            </p:cNvPr>
            <p:cNvSpPr/>
            <p:nvPr/>
          </p:nvSpPr>
          <p:spPr>
            <a:xfrm>
              <a:off x="3970640" y="533402"/>
              <a:ext cx="9110358" cy="6300028"/>
            </a:xfrm>
            <a:prstGeom prst="triangle">
              <a:avLst>
                <a:gd name="adj" fmla="val 4981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4E1B26ED-0D91-D943-CDCF-AFCB335F2323}"/>
                </a:ext>
              </a:extLst>
            </p:cNvPr>
            <p:cNvSpPr/>
            <p:nvPr/>
          </p:nvSpPr>
          <p:spPr>
            <a:xfrm rot="16200000">
              <a:off x="6657050" y="1259624"/>
              <a:ext cx="7247207" cy="3822693"/>
            </a:xfrm>
            <a:prstGeom prst="triangle">
              <a:avLst>
                <a:gd name="adj" fmla="val 470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02F97FFC-C54C-785C-DF61-A37A24D462DD}"/>
                </a:ext>
              </a:extLst>
            </p:cNvPr>
            <p:cNvSpPr/>
            <p:nvPr/>
          </p:nvSpPr>
          <p:spPr>
            <a:xfrm rot="10800000">
              <a:off x="3619499" y="-2"/>
              <a:ext cx="8890559" cy="5410189"/>
            </a:xfrm>
            <a:prstGeom prst="triangle">
              <a:avLst>
                <a:gd name="adj" fmla="val 429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363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E512A-D819-305D-7EEA-51E688E83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86D59DD-2D16-6BB8-B182-C5473188E89C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A7CC97C-9337-B387-3306-879DC9DBC842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4C0C1AF-CA98-B915-78F7-768083B3E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3D9899F-680B-C858-4F0B-24484EE52CB4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A612BB0-5B59-6D85-1E4B-064D6A04DD69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B220476-AF8F-D753-D84F-12BD4EC99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F2393E3-7BA5-05AF-6DEF-EB71F4CD541E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0013CCE-7027-8495-BEB9-2C8836594086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36FA65-E63B-E7AD-DCEE-37127B7E22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3C2FED-43C5-E452-E6A0-14D84704BBE0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75074F-8538-72D9-2FB4-4E72594273CA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F8F462-A452-895A-3BC5-2503654A8B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435445-04BC-29CC-5F21-05677CDAFA1B}"/>
              </a:ext>
            </a:extLst>
          </p:cNvPr>
          <p:cNvSpPr txBox="1"/>
          <p:nvPr/>
        </p:nvSpPr>
        <p:spPr>
          <a:xfrm>
            <a:off x="2740054" y="1039413"/>
            <a:ext cx="61089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INTRODUCTION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7C831-78C4-7B63-073A-A7ED3B7BF53B}"/>
              </a:ext>
            </a:extLst>
          </p:cNvPr>
          <p:cNvSpPr txBox="1"/>
          <p:nvPr/>
        </p:nvSpPr>
        <p:spPr>
          <a:xfrm>
            <a:off x="1061359" y="2002158"/>
            <a:ext cx="1043939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Air pollution is a serious public health issue in metropolitan cities like Delhi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High levels of PM2.5 and PM10 are linked to respiratory and heart diseases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Traditional air quality reports provide current status only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They do not offer early risk prediction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This project introduces an ML-based early warning system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Helps support early awareness and preventive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18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8B754-B0C4-A02B-A388-673A3EEB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505EDCE-0EE8-FB30-FE98-0EE0C682969B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7D04CB-1560-35B5-393E-39437D10D3BF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62D4D9F-6AED-67B5-BA6E-6B9A228078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E0D0A4-537A-17E2-A659-F46D1A517274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C30F1DC-8832-D392-B837-CA1C6FD9185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27B50A-7BFF-9102-8137-C51A836FE0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1FC6E0-91D2-D875-D560-EC7BF9E02C00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EFF108A-5DEE-72C3-ECEF-CC6559A81123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B01A41-AAFA-540D-0361-A33EE3BE90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E2A371-AF79-7483-2D1D-1982F7AF4CCC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14F68F-3DB6-A045-BACA-859B566B8267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372EA76-4F21-E6D9-C909-AFF2E36716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3A979A5-7BB8-E8E5-5DEB-6E334B972D8F}"/>
              </a:ext>
            </a:extLst>
          </p:cNvPr>
          <p:cNvSpPr txBox="1"/>
          <p:nvPr/>
        </p:nvSpPr>
        <p:spPr>
          <a:xfrm>
            <a:off x="2214761" y="1235356"/>
            <a:ext cx="6108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657B4A-728B-0094-B119-C88A78A2D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563" y="2155027"/>
            <a:ext cx="1006927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Existing air quality monitoring systems mainly report current or past pollution levels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They lack predictive capability based on cumulative exposure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Alerts are often issued only after pollution reaches hazardous levels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delays preventive action by individuals and public health authorities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There is a need for a data-driven system that can analyze historical trends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Such a system should predict potential high-risk exposure days in advance</a:t>
            </a:r>
          </a:p>
        </p:txBody>
      </p:sp>
    </p:spTree>
    <p:extLst>
      <p:ext uri="{BB962C8B-B14F-4D97-AF65-F5344CB8AC3E}">
        <p14:creationId xmlns:p14="http://schemas.microsoft.com/office/powerpoint/2010/main" val="309788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B7CEA-E561-B1B8-C217-01B89C1D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3D0030-54D2-BBC6-99E9-2DBE04789F66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121320E-A167-9DF2-0A75-2142D6F1D4E4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96FE6C-44F3-FC60-D484-0A7D0BC53C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21CF6D2-17A0-6F1F-C6F9-A35747764F51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84FCD6-3253-AD65-C436-BD1B416702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A1FDC0-A836-7882-4645-4211CD449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DD660A9-3879-7E7E-CAF7-A8BE0D65AFA2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3CB06D1-2386-88B3-B07E-7D1E49A5A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32C8F1-74A2-90D0-106E-6F00165791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1286DC-DDD5-4ACF-42B4-9C96D8B3E6BA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302041-5788-FB40-31DE-83078DB0786B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7D49DB-80AF-DF77-29EB-9D4C518D96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5C62DD-DF77-03ED-35B5-B1ECBB149BC9}"/>
              </a:ext>
            </a:extLst>
          </p:cNvPr>
          <p:cNvSpPr txBox="1"/>
          <p:nvPr/>
        </p:nvSpPr>
        <p:spPr>
          <a:xfrm>
            <a:off x="4101434" y="1112635"/>
            <a:ext cx="55447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OBJECTIVES</a:t>
            </a:r>
            <a:endParaRPr lang="en-IN" sz="4400" dirty="0">
              <a:solidFill>
                <a:schemeClr val="bg1"/>
              </a:solidFill>
            </a:endParaRPr>
          </a:p>
          <a:p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27C58-55AD-4591-8430-D6160183226C}"/>
              </a:ext>
            </a:extLst>
          </p:cNvPr>
          <p:cNvSpPr txBox="1"/>
          <p:nvPr/>
        </p:nvSpPr>
        <p:spPr>
          <a:xfrm>
            <a:off x="1334415" y="2141110"/>
            <a:ext cx="98249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</a:rPr>
              <a:t>To </a:t>
            </a:r>
            <a:r>
              <a:rPr lang="en-IN" sz="2800" dirty="0" err="1">
                <a:solidFill>
                  <a:schemeClr val="bg1"/>
                </a:solidFill>
              </a:rPr>
              <a:t>analyze</a:t>
            </a:r>
            <a:r>
              <a:rPr lang="en-IN" sz="2800" dirty="0">
                <a:solidFill>
                  <a:schemeClr val="bg1"/>
                </a:solidFill>
              </a:rPr>
              <a:t> historical air quality data for Delhi (2015–2020).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</a:rPr>
              <a:t>To engineer time-series features representing cumulative pollution exposure.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</a:rPr>
              <a:t>To classify days into </a:t>
            </a:r>
            <a:r>
              <a:rPr lang="en-IN" sz="2800" b="1" dirty="0">
                <a:solidFill>
                  <a:schemeClr val="bg1"/>
                </a:solidFill>
              </a:rPr>
              <a:t>high-risk</a:t>
            </a:r>
            <a:r>
              <a:rPr lang="en-IN" sz="2800" dirty="0">
                <a:solidFill>
                  <a:schemeClr val="bg1"/>
                </a:solidFill>
              </a:rPr>
              <a:t> and </a:t>
            </a:r>
            <a:r>
              <a:rPr lang="en-IN" sz="2800" b="1" dirty="0">
                <a:solidFill>
                  <a:schemeClr val="bg1"/>
                </a:solidFill>
              </a:rPr>
              <a:t>normal-risk</a:t>
            </a:r>
            <a:r>
              <a:rPr lang="en-IN" sz="2800" dirty="0">
                <a:solidFill>
                  <a:schemeClr val="bg1"/>
                </a:solidFill>
              </a:rPr>
              <a:t> categories using machine learning.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</a:rPr>
              <a:t>To compare multiple ML models and select the most reliable one.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</a:rPr>
              <a:t>To develop a simple user interface for demonstrating health risk predictions.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08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339D3-6C1D-E370-1F8F-5F130DCE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4F7899-AEA2-B8CB-3D01-1FDFCD1DFFA4}"/>
              </a:ext>
            </a:extLst>
          </p:cNvPr>
          <p:cNvSpPr txBox="1"/>
          <p:nvPr/>
        </p:nvSpPr>
        <p:spPr>
          <a:xfrm>
            <a:off x="3420894" y="919617"/>
            <a:ext cx="53502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u="sng" dirty="0">
                <a:solidFill>
                  <a:schemeClr val="bg1"/>
                </a:solidFill>
              </a:rPr>
              <a:t>Dataset Description</a:t>
            </a:r>
            <a:endParaRPr lang="en-IN" sz="4800" u="sng" dirty="0">
              <a:solidFill>
                <a:schemeClr val="bg1"/>
              </a:solidFill>
            </a:endParaRPr>
          </a:p>
          <a:p>
            <a:endParaRPr lang="en-IN" sz="4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82B8B0-C88C-5D3E-32CF-E708EF37C6C4}"/>
              </a:ext>
            </a:extLst>
          </p:cNvPr>
          <p:cNvCxnSpPr>
            <a:cxnSpLocks/>
          </p:cNvCxnSpPr>
          <p:nvPr/>
        </p:nvCxnSpPr>
        <p:spPr>
          <a:xfrm>
            <a:off x="6906639" y="2859929"/>
            <a:ext cx="0" cy="3190675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767270-F9B7-F843-0190-E051CC6413DD}"/>
              </a:ext>
            </a:extLst>
          </p:cNvPr>
          <p:cNvSpPr txBox="1"/>
          <p:nvPr/>
        </p:nvSpPr>
        <p:spPr>
          <a:xfrm>
            <a:off x="1248394" y="2254663"/>
            <a:ext cx="50518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Dataset: Publicly available air quality dataset (2015–2020).</a:t>
            </a:r>
          </a:p>
          <a:p>
            <a:pPr marL="457200" lvl="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City: Delhi (single-city focus).</a:t>
            </a:r>
          </a:p>
          <a:p>
            <a:pPr marL="457200" lvl="0" indent="-457200">
              <a:buFont typeface="Courier New" panose="02070309020205020404" pitchFamily="49" charset="0"/>
              <a:buChar char="o"/>
            </a:pPr>
            <a:r>
              <a:rPr lang="en-IN" sz="3200" dirty="0">
                <a:solidFill>
                  <a:schemeClr val="bg1"/>
                </a:solidFill>
              </a:rPr>
              <a:t>Source: Kaggle </a:t>
            </a:r>
            <a:r>
              <a:rPr lang="en-IN" sz="2800" b="1" dirty="0">
                <a:solidFill>
                  <a:schemeClr val="bg1"/>
                </a:solidFill>
              </a:rPr>
              <a:t>(compiled from CPCB, Government of India)</a:t>
            </a:r>
            <a:br>
              <a:rPr lang="en-IN" b="1" dirty="0"/>
            </a:b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5639C-BF4E-D18D-9820-875491400C8C}"/>
              </a:ext>
            </a:extLst>
          </p:cNvPr>
          <p:cNvSpPr txBox="1"/>
          <p:nvPr/>
        </p:nvSpPr>
        <p:spPr>
          <a:xfrm>
            <a:off x="7512997" y="2489278"/>
            <a:ext cx="38099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600" dirty="0">
                <a:solidFill>
                  <a:schemeClr val="bg1"/>
                </a:solidFill>
              </a:rPr>
              <a:t>Key Pollutants: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PM2.5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PM10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NO₂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SO₂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CO</a:t>
            </a:r>
          </a:p>
          <a:p>
            <a:pPr lvl="1"/>
            <a:r>
              <a:rPr lang="en-IN" sz="3600" dirty="0">
                <a:solidFill>
                  <a:schemeClr val="bg1"/>
                </a:solidFill>
              </a:rPr>
              <a:t>O₃</a:t>
            </a:r>
          </a:p>
          <a:p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92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72940-EB55-39C8-82EB-E2AA51BA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E334A1C-0DD0-6443-4615-33D2F76E092B}"/>
              </a:ext>
            </a:extLst>
          </p:cNvPr>
          <p:cNvGrpSpPr/>
          <p:nvPr/>
        </p:nvGrpSpPr>
        <p:grpSpPr>
          <a:xfrm>
            <a:off x="0" y="0"/>
            <a:ext cx="12185549" cy="6858000"/>
            <a:chOff x="469900" y="317500"/>
            <a:chExt cx="10198100" cy="62992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CD9BE70-3C28-BC4C-8B6B-3B5E960E03FB}"/>
                </a:ext>
              </a:extLst>
            </p:cNvPr>
            <p:cNvGrpSpPr/>
            <p:nvPr/>
          </p:nvGrpSpPr>
          <p:grpSpPr>
            <a:xfrm>
              <a:off x="469900" y="317500"/>
              <a:ext cx="3416300" cy="6299200"/>
              <a:chOff x="469900" y="317500"/>
              <a:chExt cx="3416300" cy="6299200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CD151C0-6BC9-00C3-C34D-79033DD9909D}"/>
                  </a:ext>
                </a:extLst>
              </p:cNvPr>
              <p:cNvSpPr/>
              <p:nvPr/>
            </p:nvSpPr>
            <p:spPr>
              <a:xfrm>
                <a:off x="469900" y="317500"/>
                <a:ext cx="3416300" cy="6299200"/>
              </a:xfrm>
              <a:custGeom>
                <a:avLst/>
                <a:gdLst>
                  <a:gd name="csX0" fmla="*/ 0 w 3416300"/>
                  <a:gd name="csY0" fmla="*/ 0 h 6299200"/>
                  <a:gd name="csX1" fmla="*/ 3416300 w 3416300"/>
                  <a:gd name="csY1" fmla="*/ 0 h 6299200"/>
                  <a:gd name="csX2" fmla="*/ 3416300 w 3416300"/>
                  <a:gd name="csY2" fmla="*/ 6299200 h 6299200"/>
                  <a:gd name="csX3" fmla="*/ 0 w 3416300"/>
                  <a:gd name="csY3" fmla="*/ 6299200 h 6299200"/>
                  <a:gd name="csX4" fmla="*/ 0 w 3416300"/>
                  <a:gd name="csY4" fmla="*/ 876300 h 6299200"/>
                  <a:gd name="csX5" fmla="*/ 347133 w 3416300"/>
                  <a:gd name="csY5" fmla="*/ 876300 h 6299200"/>
                  <a:gd name="csX6" fmla="*/ 660400 w 3416300"/>
                  <a:gd name="csY6" fmla="*/ 563033 h 6299200"/>
                  <a:gd name="csX7" fmla="*/ 660400 w 3416300"/>
                  <a:gd name="csY7" fmla="*/ 529167 h 6299200"/>
                  <a:gd name="csX8" fmla="*/ 347133 w 3416300"/>
                  <a:gd name="csY8" fmla="*/ 215900 h 6299200"/>
                  <a:gd name="csX9" fmla="*/ 0 w 3416300"/>
                  <a:gd name="csY9" fmla="*/ 215900 h 629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416300" h="6299200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6299200"/>
                    </a:lnTo>
                    <a:lnTo>
                      <a:pt x="0" y="6299200"/>
                    </a:lnTo>
                    <a:lnTo>
                      <a:pt x="0" y="876300"/>
                    </a:lnTo>
                    <a:lnTo>
                      <a:pt x="347133" y="876300"/>
                    </a:lnTo>
                    <a:cubicBezTo>
                      <a:pt x="520146" y="876300"/>
                      <a:pt x="660400" y="736046"/>
                      <a:pt x="660400" y="563033"/>
                    </a:cubicBezTo>
                    <a:lnTo>
                      <a:pt x="660400" y="529167"/>
                    </a:lnTo>
                    <a:cubicBezTo>
                      <a:pt x="660400" y="356154"/>
                      <a:pt x="520146" y="215900"/>
                      <a:pt x="347133" y="215900"/>
                    </a:cubicBezTo>
                    <a:lnTo>
                      <a:pt x="0" y="21590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36942B-FF4D-6786-9766-5008885886DC}"/>
                  </a:ext>
                </a:extLst>
              </p:cNvPr>
              <p:cNvSpPr txBox="1"/>
              <p:nvPr/>
            </p:nvSpPr>
            <p:spPr>
              <a:xfrm>
                <a:off x="850900" y="762001"/>
                <a:ext cx="2717800" cy="97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b="1" dirty="0">
                    <a:solidFill>
                      <a:schemeClr val="bg1"/>
                    </a:solidFill>
                  </a:rPr>
                  <a:t>DATA PREPROCESSING</a:t>
                </a:r>
                <a:endParaRPr lang="en-IN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2B7527-BA66-6120-B5BD-9A6ECD0B89B9}"/>
                  </a:ext>
                </a:extLst>
              </p:cNvPr>
              <p:cNvSpPr txBox="1"/>
              <p:nvPr/>
            </p:nvSpPr>
            <p:spPr>
              <a:xfrm>
                <a:off x="558800" y="2184402"/>
                <a:ext cx="332740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chemeClr val="bg1"/>
                    </a:solidFill>
                  </a:rPr>
                  <a:t>Filtered dataset to include only Delhi city data.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chemeClr val="bg1"/>
                    </a:solidFill>
                  </a:rPr>
                  <a:t>Converted date column to datetime format and sorted chronologically.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chemeClr val="bg1"/>
                    </a:solidFill>
                  </a:rPr>
                  <a:t>Handled missing values using </a:t>
                </a:r>
                <a:r>
                  <a:rPr lang="en-IN" b="1" dirty="0">
                    <a:solidFill>
                      <a:schemeClr val="bg1"/>
                    </a:solidFill>
                  </a:rPr>
                  <a:t>time-aware interpolation</a:t>
                </a:r>
                <a:r>
                  <a:rPr lang="en-IN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chemeClr val="bg1"/>
                    </a:solidFill>
                  </a:rPr>
                  <a:t>Selected relevant pollutant features.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chemeClr val="bg1"/>
                    </a:solidFill>
                  </a:rPr>
                  <a:t>Removed incomplete rows generated due to lag and rolling feature creation.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BF0AB49-A55A-F030-55D6-523521E8B319}"/>
                </a:ext>
              </a:extLst>
            </p:cNvPr>
            <p:cNvGrpSpPr/>
            <p:nvPr/>
          </p:nvGrpSpPr>
          <p:grpSpPr>
            <a:xfrm>
              <a:off x="3835400" y="317500"/>
              <a:ext cx="3416300" cy="6299200"/>
              <a:chOff x="469900" y="317500"/>
              <a:chExt cx="3416300" cy="6299200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A5F7FE6-A2F1-BDC0-7A85-93BE39EBC866}"/>
                  </a:ext>
                </a:extLst>
              </p:cNvPr>
              <p:cNvSpPr/>
              <p:nvPr/>
            </p:nvSpPr>
            <p:spPr>
              <a:xfrm>
                <a:off x="469900" y="317500"/>
                <a:ext cx="3416300" cy="6299200"/>
              </a:xfrm>
              <a:custGeom>
                <a:avLst/>
                <a:gdLst>
                  <a:gd name="csX0" fmla="*/ 0 w 3416300"/>
                  <a:gd name="csY0" fmla="*/ 0 h 6299200"/>
                  <a:gd name="csX1" fmla="*/ 3416300 w 3416300"/>
                  <a:gd name="csY1" fmla="*/ 0 h 6299200"/>
                  <a:gd name="csX2" fmla="*/ 3416300 w 3416300"/>
                  <a:gd name="csY2" fmla="*/ 6299200 h 6299200"/>
                  <a:gd name="csX3" fmla="*/ 0 w 3416300"/>
                  <a:gd name="csY3" fmla="*/ 6299200 h 6299200"/>
                  <a:gd name="csX4" fmla="*/ 0 w 3416300"/>
                  <a:gd name="csY4" fmla="*/ 876300 h 6299200"/>
                  <a:gd name="csX5" fmla="*/ 347133 w 3416300"/>
                  <a:gd name="csY5" fmla="*/ 876300 h 6299200"/>
                  <a:gd name="csX6" fmla="*/ 660400 w 3416300"/>
                  <a:gd name="csY6" fmla="*/ 563033 h 6299200"/>
                  <a:gd name="csX7" fmla="*/ 660400 w 3416300"/>
                  <a:gd name="csY7" fmla="*/ 529167 h 6299200"/>
                  <a:gd name="csX8" fmla="*/ 347133 w 3416300"/>
                  <a:gd name="csY8" fmla="*/ 215900 h 6299200"/>
                  <a:gd name="csX9" fmla="*/ 0 w 3416300"/>
                  <a:gd name="csY9" fmla="*/ 215900 h 629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416300" h="6299200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6299200"/>
                    </a:lnTo>
                    <a:lnTo>
                      <a:pt x="0" y="6299200"/>
                    </a:lnTo>
                    <a:lnTo>
                      <a:pt x="0" y="876300"/>
                    </a:lnTo>
                    <a:lnTo>
                      <a:pt x="347133" y="876300"/>
                    </a:lnTo>
                    <a:cubicBezTo>
                      <a:pt x="520146" y="876300"/>
                      <a:pt x="660400" y="736046"/>
                      <a:pt x="660400" y="563033"/>
                    </a:cubicBezTo>
                    <a:lnTo>
                      <a:pt x="660400" y="529167"/>
                    </a:lnTo>
                    <a:cubicBezTo>
                      <a:pt x="660400" y="356154"/>
                      <a:pt x="520146" y="215900"/>
                      <a:pt x="347133" y="215900"/>
                    </a:cubicBezTo>
                    <a:lnTo>
                      <a:pt x="0" y="21590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1813E3D-E829-CCC2-9FD5-24C442A3B4C6}"/>
                  </a:ext>
                </a:extLst>
              </p:cNvPr>
              <p:cNvSpPr txBox="1"/>
              <p:nvPr/>
            </p:nvSpPr>
            <p:spPr>
              <a:xfrm>
                <a:off x="850900" y="762001"/>
                <a:ext cx="2717800" cy="93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200" b="1" dirty="0"/>
                  <a:t>FEATURE </a:t>
                </a:r>
                <a:r>
                  <a:rPr lang="en-IN" sz="2800" b="1" dirty="0"/>
                  <a:t>ENGINEERING</a:t>
                </a:r>
                <a:endParaRPr lang="en-IN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BA128F8-9B40-78DF-B31D-EFB90CAF1A48}"/>
                  </a:ext>
                </a:extLst>
              </p:cNvPr>
              <p:cNvSpPr txBox="1"/>
              <p:nvPr/>
            </p:nvSpPr>
            <p:spPr>
              <a:xfrm>
                <a:off x="558800" y="2184402"/>
                <a:ext cx="3327400" cy="3194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sz="2000" b="1" dirty="0"/>
                  <a:t>Lag Features</a:t>
                </a:r>
                <a:r>
                  <a:rPr lang="en-IN" sz="2000" dirty="0"/>
                  <a:t>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IN" sz="2000" dirty="0"/>
                  <a:t>PM2.5 and PM10 lagged by 1, 3, and 7 days.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sz="2000" b="1" dirty="0"/>
                  <a:t>Rolling Exposure Features</a:t>
                </a:r>
                <a:r>
                  <a:rPr lang="en-IN" sz="2000" dirty="0"/>
                  <a:t>: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IN" sz="2000" dirty="0"/>
                  <a:t>3-day and 7-day moving averages for PM2.5 and PM10.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2000" dirty="0"/>
                  <a:t>These features help model short-term exposure trends rather than single-day pollution spikes.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endParaRPr lang="en-IN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38207D-19E7-0496-6D32-C72C251A7C96}"/>
                </a:ext>
              </a:extLst>
            </p:cNvPr>
            <p:cNvGrpSpPr/>
            <p:nvPr/>
          </p:nvGrpSpPr>
          <p:grpSpPr>
            <a:xfrm>
              <a:off x="7251700" y="317500"/>
              <a:ext cx="3416300" cy="6299200"/>
              <a:chOff x="241300" y="317500"/>
              <a:chExt cx="3416300" cy="6299200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65E0460-FAD3-CD5B-AA88-EA836CCB4B26}"/>
                  </a:ext>
                </a:extLst>
              </p:cNvPr>
              <p:cNvSpPr/>
              <p:nvPr/>
            </p:nvSpPr>
            <p:spPr>
              <a:xfrm>
                <a:off x="241300" y="317500"/>
                <a:ext cx="3416300" cy="6299200"/>
              </a:xfrm>
              <a:custGeom>
                <a:avLst/>
                <a:gdLst>
                  <a:gd name="csX0" fmla="*/ 0 w 3416300"/>
                  <a:gd name="csY0" fmla="*/ 0 h 6299200"/>
                  <a:gd name="csX1" fmla="*/ 3416300 w 3416300"/>
                  <a:gd name="csY1" fmla="*/ 0 h 6299200"/>
                  <a:gd name="csX2" fmla="*/ 3416300 w 3416300"/>
                  <a:gd name="csY2" fmla="*/ 6299200 h 6299200"/>
                  <a:gd name="csX3" fmla="*/ 0 w 3416300"/>
                  <a:gd name="csY3" fmla="*/ 6299200 h 6299200"/>
                  <a:gd name="csX4" fmla="*/ 0 w 3416300"/>
                  <a:gd name="csY4" fmla="*/ 876300 h 6299200"/>
                  <a:gd name="csX5" fmla="*/ 347133 w 3416300"/>
                  <a:gd name="csY5" fmla="*/ 876300 h 6299200"/>
                  <a:gd name="csX6" fmla="*/ 660400 w 3416300"/>
                  <a:gd name="csY6" fmla="*/ 563033 h 6299200"/>
                  <a:gd name="csX7" fmla="*/ 660400 w 3416300"/>
                  <a:gd name="csY7" fmla="*/ 529167 h 6299200"/>
                  <a:gd name="csX8" fmla="*/ 347133 w 3416300"/>
                  <a:gd name="csY8" fmla="*/ 215900 h 6299200"/>
                  <a:gd name="csX9" fmla="*/ 0 w 3416300"/>
                  <a:gd name="csY9" fmla="*/ 215900 h 6299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416300" h="6299200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6299200"/>
                    </a:lnTo>
                    <a:lnTo>
                      <a:pt x="0" y="6299200"/>
                    </a:lnTo>
                    <a:lnTo>
                      <a:pt x="0" y="876300"/>
                    </a:lnTo>
                    <a:lnTo>
                      <a:pt x="347133" y="876300"/>
                    </a:lnTo>
                    <a:cubicBezTo>
                      <a:pt x="520146" y="876300"/>
                      <a:pt x="660400" y="736046"/>
                      <a:pt x="660400" y="563033"/>
                    </a:cubicBezTo>
                    <a:lnTo>
                      <a:pt x="660400" y="529167"/>
                    </a:lnTo>
                    <a:cubicBezTo>
                      <a:pt x="660400" y="356154"/>
                      <a:pt x="520146" y="215900"/>
                      <a:pt x="347133" y="215900"/>
                    </a:cubicBezTo>
                    <a:lnTo>
                      <a:pt x="0" y="21590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C0B9371-C067-E645-97A1-5AB2EC5CF74B}"/>
                  </a:ext>
                </a:extLst>
              </p:cNvPr>
              <p:cNvSpPr txBox="1"/>
              <p:nvPr/>
            </p:nvSpPr>
            <p:spPr>
              <a:xfrm>
                <a:off x="850900" y="762001"/>
                <a:ext cx="2717800" cy="98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200" b="1" dirty="0">
                    <a:solidFill>
                      <a:schemeClr val="bg1"/>
                    </a:solidFill>
                  </a:rPr>
                  <a:t>RISK LABEL DEFINITION</a:t>
                </a:r>
                <a:endParaRPr lang="en-IN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119D5F3-9915-848F-C5EF-DB13451F8AC8}"/>
                  </a:ext>
                </a:extLst>
              </p:cNvPr>
              <p:cNvSpPr txBox="1"/>
              <p:nvPr/>
            </p:nvSpPr>
            <p:spPr>
              <a:xfrm>
                <a:off x="590549" y="2279766"/>
                <a:ext cx="2642628" cy="3194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sz="2000" dirty="0">
                    <a:solidFill>
                      <a:schemeClr val="bg1"/>
                    </a:solidFill>
                  </a:rPr>
                  <a:t>A binary target variable </a:t>
                </a:r>
                <a:r>
                  <a:rPr lang="en-IN" sz="2000" b="1" dirty="0" err="1">
                    <a:solidFill>
                      <a:schemeClr val="bg1"/>
                    </a:solidFill>
                  </a:rPr>
                  <a:t>high_risk</a:t>
                </a:r>
                <a:r>
                  <a:rPr lang="en-IN" sz="2000" dirty="0">
                    <a:solidFill>
                      <a:schemeClr val="bg1"/>
                    </a:solidFill>
                  </a:rPr>
                  <a:t> was created.</a:t>
                </a: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IN" sz="2000" dirty="0">
                    <a:solidFill>
                      <a:schemeClr val="bg1"/>
                    </a:solidFill>
                  </a:rPr>
                  <a:t>A day is </a:t>
                </a:r>
                <a:r>
                  <a:rPr lang="en-IN" sz="2000" dirty="0" err="1">
                    <a:solidFill>
                      <a:schemeClr val="bg1"/>
                    </a:solidFill>
                  </a:rPr>
                  <a:t>labeled</a:t>
                </a:r>
                <a:r>
                  <a:rPr lang="en-IN" sz="2000" dirty="0">
                    <a:solidFill>
                      <a:schemeClr val="bg1"/>
                    </a:solidFill>
                  </a:rPr>
                  <a:t> as </a:t>
                </a:r>
                <a:r>
                  <a:rPr lang="en-IN" sz="2000" b="1" dirty="0">
                    <a:solidFill>
                      <a:schemeClr val="bg1"/>
                    </a:solidFill>
                  </a:rPr>
                  <a:t>high-risk</a:t>
                </a:r>
                <a:r>
                  <a:rPr lang="en-IN" sz="2000" dirty="0">
                    <a:solidFill>
                      <a:schemeClr val="bg1"/>
                    </a:solidFill>
                  </a:rPr>
                  <a:t> if the 3-day average PM2.5 exceeds a defined threshold.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IN" sz="2000" dirty="0">
                    <a:solidFill>
                      <a:schemeClr val="bg1"/>
                    </a:solidFill>
                  </a:rPr>
                  <a:t>This approach reflects cumulative exposure impact instead of instantaneous pollution values.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141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5C19A-2718-8039-1C2B-3F9C9365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745DA4D-0930-83AC-D132-C456A51AA851}"/>
              </a:ext>
            </a:extLst>
          </p:cNvPr>
          <p:cNvSpPr/>
          <p:nvPr/>
        </p:nvSpPr>
        <p:spPr>
          <a:xfrm>
            <a:off x="673100" y="368300"/>
            <a:ext cx="11036300" cy="2755900"/>
          </a:xfrm>
          <a:custGeom>
            <a:avLst/>
            <a:gdLst>
              <a:gd name="csX0" fmla="*/ 279406 w 11036300"/>
              <a:gd name="csY0" fmla="*/ 0 h 1676400"/>
              <a:gd name="csX1" fmla="*/ 10756894 w 11036300"/>
              <a:gd name="csY1" fmla="*/ 0 h 1676400"/>
              <a:gd name="csX2" fmla="*/ 11036300 w 11036300"/>
              <a:gd name="csY2" fmla="*/ 279406 h 1676400"/>
              <a:gd name="csX3" fmla="*/ 11036300 w 11036300"/>
              <a:gd name="csY3" fmla="*/ 1396994 h 1676400"/>
              <a:gd name="csX4" fmla="*/ 10756894 w 11036300"/>
              <a:gd name="csY4" fmla="*/ 1676400 h 1676400"/>
              <a:gd name="csX5" fmla="*/ 279406 w 11036300"/>
              <a:gd name="csY5" fmla="*/ 1676400 h 1676400"/>
              <a:gd name="csX6" fmla="*/ 0 w 11036300"/>
              <a:gd name="csY6" fmla="*/ 1396994 h 1676400"/>
              <a:gd name="csX7" fmla="*/ 0 w 11036300"/>
              <a:gd name="csY7" fmla="*/ 1219200 h 1676400"/>
              <a:gd name="csX8" fmla="*/ 347129 w 11036300"/>
              <a:gd name="csY8" fmla="*/ 1219200 h 1676400"/>
              <a:gd name="csX9" fmla="*/ 584200 w 11036300"/>
              <a:gd name="csY9" fmla="*/ 982129 h 1676400"/>
              <a:gd name="csX10" fmla="*/ 584200 w 11036300"/>
              <a:gd name="csY10" fmla="*/ 745071 h 1676400"/>
              <a:gd name="csX11" fmla="*/ 347129 w 11036300"/>
              <a:gd name="csY11" fmla="*/ 508000 h 1676400"/>
              <a:gd name="csX12" fmla="*/ 0 w 11036300"/>
              <a:gd name="csY12" fmla="*/ 508000 h 1676400"/>
              <a:gd name="csX13" fmla="*/ 0 w 11036300"/>
              <a:gd name="csY13" fmla="*/ 279406 h 1676400"/>
              <a:gd name="csX14" fmla="*/ 279406 w 11036300"/>
              <a:gd name="csY14" fmla="*/ 0 h 167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036300" h="1676400">
                <a:moveTo>
                  <a:pt x="279406" y="0"/>
                </a:moveTo>
                <a:lnTo>
                  <a:pt x="10756894" y="0"/>
                </a:lnTo>
                <a:cubicBezTo>
                  <a:pt x="10911206" y="0"/>
                  <a:pt x="11036300" y="125094"/>
                  <a:pt x="11036300" y="279406"/>
                </a:cubicBezTo>
                <a:lnTo>
                  <a:pt x="11036300" y="1396994"/>
                </a:lnTo>
                <a:cubicBezTo>
                  <a:pt x="11036300" y="1551306"/>
                  <a:pt x="10911206" y="1676400"/>
                  <a:pt x="10756894" y="1676400"/>
                </a:cubicBezTo>
                <a:lnTo>
                  <a:pt x="279406" y="1676400"/>
                </a:lnTo>
                <a:cubicBezTo>
                  <a:pt x="125094" y="1676400"/>
                  <a:pt x="0" y="1551306"/>
                  <a:pt x="0" y="1396994"/>
                </a:cubicBezTo>
                <a:lnTo>
                  <a:pt x="0" y="1219200"/>
                </a:lnTo>
                <a:lnTo>
                  <a:pt x="347129" y="1219200"/>
                </a:lnTo>
                <a:cubicBezTo>
                  <a:pt x="478060" y="1219200"/>
                  <a:pt x="584200" y="1113060"/>
                  <a:pt x="584200" y="982129"/>
                </a:cubicBezTo>
                <a:lnTo>
                  <a:pt x="584200" y="745071"/>
                </a:lnTo>
                <a:cubicBezTo>
                  <a:pt x="584200" y="614140"/>
                  <a:pt x="478060" y="508000"/>
                  <a:pt x="347129" y="508000"/>
                </a:cubicBezTo>
                <a:lnTo>
                  <a:pt x="0" y="508000"/>
                </a:lnTo>
                <a:lnTo>
                  <a:pt x="0" y="279406"/>
                </a:lnTo>
                <a:cubicBezTo>
                  <a:pt x="0" y="125094"/>
                  <a:pt x="125094" y="0"/>
                  <a:pt x="279406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outerShdw blurRad="381000" dist="381000" dir="10800000" sx="90000" sy="90000" algn="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5BEBF34-02B7-18E4-CB5D-49B03F8EB730}"/>
              </a:ext>
            </a:extLst>
          </p:cNvPr>
          <p:cNvSpPr/>
          <p:nvPr/>
        </p:nvSpPr>
        <p:spPr>
          <a:xfrm>
            <a:off x="673100" y="3429000"/>
            <a:ext cx="11036300" cy="2952750"/>
          </a:xfrm>
          <a:custGeom>
            <a:avLst/>
            <a:gdLst>
              <a:gd name="csX0" fmla="*/ 279406 w 11036300"/>
              <a:gd name="csY0" fmla="*/ 0 h 1676400"/>
              <a:gd name="csX1" fmla="*/ 10756894 w 11036300"/>
              <a:gd name="csY1" fmla="*/ 0 h 1676400"/>
              <a:gd name="csX2" fmla="*/ 11036300 w 11036300"/>
              <a:gd name="csY2" fmla="*/ 279406 h 1676400"/>
              <a:gd name="csX3" fmla="*/ 11036300 w 11036300"/>
              <a:gd name="csY3" fmla="*/ 1396994 h 1676400"/>
              <a:gd name="csX4" fmla="*/ 10756894 w 11036300"/>
              <a:gd name="csY4" fmla="*/ 1676400 h 1676400"/>
              <a:gd name="csX5" fmla="*/ 279406 w 11036300"/>
              <a:gd name="csY5" fmla="*/ 1676400 h 1676400"/>
              <a:gd name="csX6" fmla="*/ 0 w 11036300"/>
              <a:gd name="csY6" fmla="*/ 1396994 h 1676400"/>
              <a:gd name="csX7" fmla="*/ 0 w 11036300"/>
              <a:gd name="csY7" fmla="*/ 1219200 h 1676400"/>
              <a:gd name="csX8" fmla="*/ 347129 w 11036300"/>
              <a:gd name="csY8" fmla="*/ 1219200 h 1676400"/>
              <a:gd name="csX9" fmla="*/ 584200 w 11036300"/>
              <a:gd name="csY9" fmla="*/ 982129 h 1676400"/>
              <a:gd name="csX10" fmla="*/ 584200 w 11036300"/>
              <a:gd name="csY10" fmla="*/ 745071 h 1676400"/>
              <a:gd name="csX11" fmla="*/ 347129 w 11036300"/>
              <a:gd name="csY11" fmla="*/ 508000 h 1676400"/>
              <a:gd name="csX12" fmla="*/ 0 w 11036300"/>
              <a:gd name="csY12" fmla="*/ 508000 h 1676400"/>
              <a:gd name="csX13" fmla="*/ 0 w 11036300"/>
              <a:gd name="csY13" fmla="*/ 279406 h 1676400"/>
              <a:gd name="csX14" fmla="*/ 279406 w 11036300"/>
              <a:gd name="csY14" fmla="*/ 0 h 167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036300" h="1676400">
                <a:moveTo>
                  <a:pt x="279406" y="0"/>
                </a:moveTo>
                <a:lnTo>
                  <a:pt x="10756894" y="0"/>
                </a:lnTo>
                <a:cubicBezTo>
                  <a:pt x="10911206" y="0"/>
                  <a:pt x="11036300" y="125094"/>
                  <a:pt x="11036300" y="279406"/>
                </a:cubicBezTo>
                <a:lnTo>
                  <a:pt x="11036300" y="1396994"/>
                </a:lnTo>
                <a:cubicBezTo>
                  <a:pt x="11036300" y="1551306"/>
                  <a:pt x="10911206" y="1676400"/>
                  <a:pt x="10756894" y="1676400"/>
                </a:cubicBezTo>
                <a:lnTo>
                  <a:pt x="279406" y="1676400"/>
                </a:lnTo>
                <a:cubicBezTo>
                  <a:pt x="125094" y="1676400"/>
                  <a:pt x="0" y="1551306"/>
                  <a:pt x="0" y="1396994"/>
                </a:cubicBezTo>
                <a:lnTo>
                  <a:pt x="0" y="1219200"/>
                </a:lnTo>
                <a:lnTo>
                  <a:pt x="347129" y="1219200"/>
                </a:lnTo>
                <a:cubicBezTo>
                  <a:pt x="478060" y="1219200"/>
                  <a:pt x="584200" y="1113060"/>
                  <a:pt x="584200" y="982129"/>
                </a:cubicBezTo>
                <a:lnTo>
                  <a:pt x="584200" y="745071"/>
                </a:lnTo>
                <a:cubicBezTo>
                  <a:pt x="584200" y="614140"/>
                  <a:pt x="478060" y="508000"/>
                  <a:pt x="347129" y="508000"/>
                </a:cubicBezTo>
                <a:lnTo>
                  <a:pt x="0" y="508000"/>
                </a:lnTo>
                <a:lnTo>
                  <a:pt x="0" y="279406"/>
                </a:lnTo>
                <a:cubicBezTo>
                  <a:pt x="0" y="125094"/>
                  <a:pt x="125094" y="0"/>
                  <a:pt x="279406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outerShdw blurRad="381000" dist="381000" dir="10800000" sx="90000" sy="90000" algn="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94FC8-647D-4C3A-7790-CCDDD4737F1E}"/>
              </a:ext>
            </a:extLst>
          </p:cNvPr>
          <p:cNvSpPr txBox="1"/>
          <p:nvPr/>
        </p:nvSpPr>
        <p:spPr>
          <a:xfrm>
            <a:off x="1816100" y="486748"/>
            <a:ext cx="4533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Model  Train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C81D14-4E92-CFE6-CEAE-AE86DBBF9598}"/>
              </a:ext>
            </a:extLst>
          </p:cNvPr>
          <p:cNvSpPr txBox="1"/>
          <p:nvPr/>
        </p:nvSpPr>
        <p:spPr>
          <a:xfrm>
            <a:off x="1816100" y="3790950"/>
            <a:ext cx="4533900" cy="41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5D27D-39FC-06EB-2422-D918BA5604AC}"/>
              </a:ext>
            </a:extLst>
          </p:cNvPr>
          <p:cNvSpPr txBox="1"/>
          <p:nvPr/>
        </p:nvSpPr>
        <p:spPr>
          <a:xfrm>
            <a:off x="1816100" y="3805892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Evaluation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08C3C-EDA1-4529-F7AF-CF23D02469FA}"/>
              </a:ext>
            </a:extLst>
          </p:cNvPr>
          <p:cNvSpPr txBox="1"/>
          <p:nvPr/>
        </p:nvSpPr>
        <p:spPr>
          <a:xfrm>
            <a:off x="1816100" y="1049992"/>
            <a:ext cx="9359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Problem formulated as </a:t>
            </a:r>
            <a:r>
              <a:rPr lang="en-IN" sz="2400" b="1" dirty="0">
                <a:solidFill>
                  <a:schemeClr val="bg1"/>
                </a:solidFill>
              </a:rPr>
              <a:t>binary classification</a:t>
            </a:r>
            <a:r>
              <a:rPr lang="en-IN" sz="2400" dirty="0">
                <a:solidFill>
                  <a:schemeClr val="bg1"/>
                </a:solidFill>
              </a:rPr>
              <a:t> (High-Risk vs Normal-Risk days)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Multiple models trained: Logistic Regression, Random Forest, </a:t>
            </a:r>
            <a:r>
              <a:rPr lang="en-IN" sz="2400" dirty="0" err="1">
                <a:solidFill>
                  <a:schemeClr val="bg1"/>
                </a:solidFill>
              </a:rPr>
              <a:t>XGBoost</a:t>
            </a:r>
            <a:endParaRPr lang="en-IN" sz="2400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Time-based train–test split used to avoid data leakage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E858C4-5A48-BC7F-7733-3233A732F9C8}"/>
              </a:ext>
            </a:extLst>
          </p:cNvPr>
          <p:cNvSpPr txBox="1"/>
          <p:nvPr/>
        </p:nvSpPr>
        <p:spPr>
          <a:xfrm>
            <a:off x="1727200" y="4341178"/>
            <a:ext cx="924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Accuracy used for overall performance comparison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Recall prioritized to reduce </a:t>
            </a:r>
            <a:r>
              <a:rPr lang="en-IN" sz="2400" b="1" dirty="0">
                <a:solidFill>
                  <a:schemeClr val="bg1"/>
                </a:solidFill>
              </a:rPr>
              <a:t>missed high-risk days</a:t>
            </a:r>
            <a:endParaRPr lang="en-IN" sz="2400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1"/>
                </a:solidFill>
              </a:rPr>
              <a:t>Confusion matrix </a:t>
            </a:r>
            <a:r>
              <a:rPr lang="en-IN" sz="2400" dirty="0" err="1">
                <a:solidFill>
                  <a:schemeClr val="bg1"/>
                </a:solidFill>
              </a:rPr>
              <a:t>analyzed</a:t>
            </a:r>
            <a:r>
              <a:rPr lang="en-IN" sz="2400" dirty="0">
                <a:solidFill>
                  <a:schemeClr val="bg1"/>
                </a:solidFill>
              </a:rPr>
              <a:t> to track false negatives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17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BA5BC-71AF-1588-6048-F5FCAD94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81A57FA-F755-DEAF-8DE0-E13D34FDA428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DB7614-051B-82A4-B4E4-1B61F66A06AC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179C042-5001-3F95-BB6F-CA43FF3DBF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5EFAED1-7593-A286-A9DC-5770D6764D22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06BD525-9BB9-D2A8-FA75-486E4AF2AD2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561F9D-9A41-6E12-4ADF-A863B6FA7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418FD07-580E-2F25-C8CB-569482FCBD98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E37FC2A-A779-6996-3D10-958C1A65C71A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4235D0B-EF3A-F6E8-7D30-B546A35885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D17936-91FD-3C16-F5DD-ED13B467C7E3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21DBC8-E59A-5393-9B78-1EE8594E501C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FED43F8-61F6-8864-44C6-B01C1914B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8EEBD14-0DC0-A46A-3B41-ED3D660E947C}"/>
              </a:ext>
            </a:extLst>
          </p:cNvPr>
          <p:cNvSpPr txBox="1"/>
          <p:nvPr/>
        </p:nvSpPr>
        <p:spPr>
          <a:xfrm>
            <a:off x="2316007" y="912199"/>
            <a:ext cx="6533016" cy="64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3600" b="1" dirty="0">
                <a:solidFill>
                  <a:schemeClr val="bg1"/>
                </a:solidFill>
              </a:rPr>
              <a:t>Model Comparison Table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C3A4B-DB01-8BAA-FEB8-B7C09878A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399" y="1785662"/>
            <a:ext cx="7963099" cy="2314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7F2E25-C9B1-B0D3-2BB0-FCA0CAB1F960}"/>
              </a:ext>
            </a:extLst>
          </p:cNvPr>
          <p:cNvSpPr txBox="1"/>
          <p:nvPr/>
        </p:nvSpPr>
        <p:spPr>
          <a:xfrm>
            <a:off x="1371401" y="4327418"/>
            <a:ext cx="796309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Final Model Selection </a:t>
            </a:r>
            <a:endParaRPr lang="en-IN" sz="3200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Random Forest achieved </a:t>
            </a:r>
            <a:r>
              <a:rPr lang="en-IN" sz="2400" b="1" dirty="0">
                <a:solidFill>
                  <a:schemeClr val="bg1"/>
                </a:solidFill>
              </a:rPr>
              <a:t>highest recall</a:t>
            </a:r>
            <a:r>
              <a:rPr lang="en-IN" sz="2400" dirty="0">
                <a:solidFill>
                  <a:schemeClr val="bg1"/>
                </a:solidFill>
              </a:rPr>
              <a:t> and lowest false negatives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/>
                </a:solidFill>
              </a:rPr>
              <a:t>Selected for deployment due to </a:t>
            </a:r>
            <a:r>
              <a:rPr lang="en-IN" sz="2400" b="1" dirty="0">
                <a:solidFill>
                  <a:schemeClr val="bg1"/>
                </a:solidFill>
              </a:rPr>
              <a:t>stability and interpretability</a:t>
            </a:r>
            <a:endParaRPr lang="en-IN" sz="24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76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0BBDD-CEE0-0FAF-2307-4C93737F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595EF-AAE4-A6BC-7897-6FA28B178DC1}"/>
              </a:ext>
            </a:extLst>
          </p:cNvPr>
          <p:cNvSpPr txBox="1"/>
          <p:nvPr/>
        </p:nvSpPr>
        <p:spPr>
          <a:xfrm>
            <a:off x="3022600" y="362370"/>
            <a:ext cx="553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chemeClr val="bg1"/>
                </a:solidFill>
              </a:rPr>
              <a:t>Graphical</a:t>
            </a:r>
            <a:r>
              <a:rPr lang="en-IN" sz="4000" u="sng" dirty="0">
                <a:solidFill>
                  <a:schemeClr val="bg1"/>
                </a:solidFill>
              </a:rPr>
              <a:t> </a:t>
            </a:r>
            <a:r>
              <a:rPr lang="en-IN" sz="4400" b="1" u="sng" dirty="0">
                <a:solidFill>
                  <a:schemeClr val="bg1"/>
                </a:solidFill>
              </a:rPr>
              <a:t>Overview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D34554-413B-2D97-6983-BE3D6D074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8" y="1536056"/>
            <a:ext cx="5791498" cy="43499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3388A0-01F6-A607-5C71-4FB4FE6F0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524" y="1536056"/>
            <a:ext cx="5185438" cy="434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5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21FF8C-14F6-5D28-2B3C-539A4154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E361C0-31F2-A336-9456-D3FC92324DCF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4964B6A-6D91-9B2A-CA7A-7880A6763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B121672-EB47-A38A-8D2C-370438A6A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3B0ABA-D1A1-022F-B3E2-E808C01E94A7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F8E7453-6246-4D86-D4D3-7EFE8199E53E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AAFB8B-B8B5-24D8-69DD-FE190A584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F7ABD86-2694-1A69-DC43-598F51C4BE36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93F4E56-FC76-AD15-DF06-A1087A1026FD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53E734E-DA54-9614-B815-0A25C1361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028D34-202C-285A-F3C8-F5DF98EB3969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910CEA9-BE55-0FFE-0514-86C11A73B763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E98332-3921-DA3F-EB6B-225984F79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25AF67B-0B95-E9EB-E038-55256764B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21227"/>
              </p:ext>
            </p:extLst>
          </p:nvPr>
        </p:nvGraphicFramePr>
        <p:xfrm>
          <a:off x="685802" y="1727205"/>
          <a:ext cx="11004391" cy="4470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4E4DA13-80F5-5FB2-D203-9A3BF69142EB}"/>
              </a:ext>
            </a:extLst>
          </p:cNvPr>
          <p:cNvSpPr txBox="1"/>
          <p:nvPr/>
        </p:nvSpPr>
        <p:spPr>
          <a:xfrm>
            <a:off x="3162300" y="1320800"/>
            <a:ext cx="4648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Process on Dataset</a:t>
            </a:r>
          </a:p>
        </p:txBody>
      </p:sp>
    </p:spTree>
    <p:extLst>
      <p:ext uri="{BB962C8B-B14F-4D97-AF65-F5344CB8AC3E}">
        <p14:creationId xmlns:p14="http://schemas.microsoft.com/office/powerpoint/2010/main" val="95559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499D7-42B0-2E0E-5A92-A1565237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19D59CF-AD45-3BEF-CC29-CF7F2C283BD7}"/>
              </a:ext>
            </a:extLst>
          </p:cNvPr>
          <p:cNvSpPr txBox="1"/>
          <p:nvPr/>
        </p:nvSpPr>
        <p:spPr>
          <a:xfrm>
            <a:off x="2614205" y="185656"/>
            <a:ext cx="653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prstClr val="white"/>
                </a:solidFill>
                <a:latin typeface="Calibri" panose="020F0502020204030204"/>
              </a:rPr>
              <a:t>USER-INTERFACE</a:t>
            </a: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67FD9-513C-E120-24D7-2C9AD4FC9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86" y="897302"/>
            <a:ext cx="3967254" cy="564054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48236B1-B67A-98F2-0358-0B1F91FA81A6}"/>
              </a:ext>
            </a:extLst>
          </p:cNvPr>
          <p:cNvGrpSpPr/>
          <p:nvPr/>
        </p:nvGrpSpPr>
        <p:grpSpPr>
          <a:xfrm>
            <a:off x="274267" y="185656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70B07B7-24CA-D41B-956D-7DFA4A918254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0A0399-E9A1-B127-300B-32740761B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AD433DC-622D-B41A-1D31-123E5C105E9A}"/>
              </a:ext>
            </a:extLst>
          </p:cNvPr>
          <p:cNvGrpSpPr/>
          <p:nvPr/>
        </p:nvGrpSpPr>
        <p:grpSpPr>
          <a:xfrm rot="10800000">
            <a:off x="8961066" y="4698509"/>
            <a:ext cx="2993571" cy="1839342"/>
            <a:chOff x="448439" y="315685"/>
            <a:chExt cx="2993571" cy="183934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43BE7A6-FE03-6268-3555-CC93EC398AD9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7601AC8-7434-64F2-8B5C-572376C6C8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4521DB-1B5A-74EF-B970-EDE7B95B5206}"/>
              </a:ext>
            </a:extLst>
          </p:cNvPr>
          <p:cNvGrpSpPr/>
          <p:nvPr/>
        </p:nvGrpSpPr>
        <p:grpSpPr>
          <a:xfrm>
            <a:off x="237362" y="4698509"/>
            <a:ext cx="2993571" cy="1839342"/>
            <a:chOff x="501805" y="4757057"/>
            <a:chExt cx="2993571" cy="183934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5D0EFEF-FAE6-BB55-EF9A-73A73DD2C156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32280BB-A3F3-7F82-02C3-DF7DDC8D4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EDF3CF-1280-5A4C-755C-4326EC639571}"/>
              </a:ext>
            </a:extLst>
          </p:cNvPr>
          <p:cNvGrpSpPr/>
          <p:nvPr/>
        </p:nvGrpSpPr>
        <p:grpSpPr>
          <a:xfrm rot="10800000">
            <a:off x="8924162" y="185656"/>
            <a:ext cx="2993571" cy="1839342"/>
            <a:chOff x="501805" y="4757057"/>
            <a:chExt cx="2993571" cy="183934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2B637E4-4490-77C0-78BC-BFFABE4B8295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EA6D76B-63A0-AD0B-F8B7-147A9BD87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681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8AE74-6BB3-4FB3-8E28-739BA91C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C0AEB0F-D403-B005-D3F1-F329702538DA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C55840-4F04-1444-FD4B-5159290FAEBD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B27B0C-E5F8-E7E5-EB98-A79C16C24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0814BCE-1AAF-6EBE-6199-B5616C60CAB0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A05891-D531-C56F-F394-7D989A28EB9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029868-DC4B-461A-6610-1BA0F218D5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98D2C50-01C2-1C35-8438-1E1BAE1551E2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03BDA16-1AB7-63B9-A2DF-41C21E2860DD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D71DD3B-E6EB-C200-6820-C21FFD3BE9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5A0D29-C415-5F6D-6ECA-E30E690229CC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9CC16C-68A9-69EF-4475-1E8BF8CA620A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640C97-415B-31B5-E69F-8DF5258CCF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13B9D0F-E798-F92D-BA84-3E743D3DDC97}"/>
              </a:ext>
            </a:extLst>
          </p:cNvPr>
          <p:cNvSpPr txBox="1"/>
          <p:nvPr/>
        </p:nvSpPr>
        <p:spPr>
          <a:xfrm>
            <a:off x="2316007" y="1235745"/>
            <a:ext cx="6533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Limitations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92652-0685-E560-78C9-41563F9CD7F7}"/>
              </a:ext>
            </a:extLst>
          </p:cNvPr>
          <p:cNvSpPr txBox="1"/>
          <p:nvPr/>
        </p:nvSpPr>
        <p:spPr>
          <a:xfrm>
            <a:off x="1022205" y="2235638"/>
            <a:ext cx="106679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The model is trained using air quality data from a </a:t>
            </a:r>
            <a:r>
              <a:rPr lang="en-US" sz="2800" b="1" dirty="0">
                <a:solidFill>
                  <a:schemeClr val="bg1"/>
                </a:solidFill>
              </a:rPr>
              <a:t>single city (Delhi)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Predictions are based on historical pollution exposure and do not include direct medical data.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The system does not use real-time sensor inputs.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Health risk thresholds may vary across regions and populations.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The model provides </a:t>
            </a:r>
            <a:r>
              <a:rPr lang="en-US" sz="2800" b="1" dirty="0">
                <a:solidFill>
                  <a:schemeClr val="bg1"/>
                </a:solidFill>
              </a:rPr>
              <a:t>decision support</a:t>
            </a:r>
            <a:r>
              <a:rPr lang="en-US" sz="2800" dirty="0">
                <a:solidFill>
                  <a:schemeClr val="bg1"/>
                </a:solidFill>
              </a:rPr>
              <a:t>, not medical diagnosis.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818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144EF-5BF6-1D18-933C-5425ED0F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9A98CF8-FF6D-CB68-E812-957638C6B2AA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02FC9F-9FE2-50D5-879D-D1210464F779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74C05C6-81DD-8423-5DF8-1E8297B8C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1E804B3-873A-DC80-B084-B9E131C8D874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464D6A-E674-FD8D-0C2D-D37ADE83FF9A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734BD2C-1857-F55B-042F-0D56478D7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990039C-3CCD-B9D6-9F10-B2291F819E25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74E9C2B-664F-37A6-F784-C830B090611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A638F6E-EF00-9410-8F05-74F72D0A3A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A85BDF-CE93-6CA9-D924-D63F32E36EFB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68AAD9-D010-39D3-944D-26458697AE72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824CFC-70D5-7D3B-D252-B2730AA3C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F1489EF-FF78-645C-0959-35F9FBD94DE4}"/>
              </a:ext>
            </a:extLst>
          </p:cNvPr>
          <p:cNvSpPr txBox="1"/>
          <p:nvPr/>
        </p:nvSpPr>
        <p:spPr>
          <a:xfrm>
            <a:off x="2316007" y="912199"/>
            <a:ext cx="6533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FUTURE SCOPE</a:t>
            </a:r>
          </a:p>
          <a:p>
            <a:pPr lvl="0" algn="ctr"/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E9CA3-96AD-10E2-662D-73FE3E297AC4}"/>
              </a:ext>
            </a:extLst>
          </p:cNvPr>
          <p:cNvSpPr txBox="1"/>
          <p:nvPr/>
        </p:nvSpPr>
        <p:spPr>
          <a:xfrm>
            <a:off x="838205" y="1648668"/>
            <a:ext cx="106679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bg1"/>
                </a:solidFill>
              </a:rPr>
              <a:t>The system can support </a:t>
            </a:r>
            <a:r>
              <a:rPr lang="en-IN" sz="2400" b="1" dirty="0">
                <a:solidFill>
                  <a:schemeClr val="bg1"/>
                </a:solidFill>
              </a:rPr>
              <a:t>vulnerable groups</a:t>
            </a:r>
            <a:r>
              <a:rPr lang="en-IN" sz="2400" dirty="0">
                <a:solidFill>
                  <a:schemeClr val="bg1"/>
                </a:solidFill>
              </a:rPr>
              <a:t> such as asthma patients, elderly people, children, and individuals with heart or lung conditions by helping them take preventive precautions.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bg1"/>
                </a:solidFill>
              </a:rPr>
              <a:t>It can be extended as an </a:t>
            </a:r>
            <a:r>
              <a:rPr lang="en-IN" sz="2400" b="1" dirty="0">
                <a:solidFill>
                  <a:schemeClr val="bg1"/>
                </a:solidFill>
              </a:rPr>
              <a:t>early warning system</a:t>
            </a:r>
            <a:r>
              <a:rPr lang="en-IN" sz="2400" dirty="0">
                <a:solidFill>
                  <a:schemeClr val="bg1"/>
                </a:solidFill>
              </a:rPr>
              <a:t>, allowing people and institutions to act before health symptoms appear.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bg1"/>
                </a:solidFill>
              </a:rPr>
              <a:t>Health authorities and hospitals can use risk predictions for </a:t>
            </a:r>
            <a:r>
              <a:rPr lang="en-IN" sz="2400" b="1" dirty="0">
                <a:solidFill>
                  <a:schemeClr val="bg1"/>
                </a:solidFill>
              </a:rPr>
              <a:t>better preparedness</a:t>
            </a:r>
            <a:r>
              <a:rPr lang="en-IN" sz="2400" dirty="0">
                <a:solidFill>
                  <a:schemeClr val="bg1"/>
                </a:solidFill>
              </a:rPr>
              <a:t>, staffing, and issuing public advisories.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bg1"/>
                </a:solidFill>
              </a:rPr>
              <a:t>The model can be integrated into </a:t>
            </a:r>
            <a:r>
              <a:rPr lang="en-IN" sz="2400" b="1" dirty="0">
                <a:solidFill>
                  <a:schemeClr val="bg1"/>
                </a:solidFill>
              </a:rPr>
              <a:t>smart city platforms</a:t>
            </a:r>
            <a:r>
              <a:rPr lang="en-IN" sz="2400" dirty="0">
                <a:solidFill>
                  <a:schemeClr val="bg1"/>
                </a:solidFill>
              </a:rPr>
              <a:t>, mobile health applications, and public alert systems.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bg1"/>
                </a:solidFill>
              </a:rPr>
              <a:t>In the future, the system can be enhanced with </a:t>
            </a:r>
            <a:r>
              <a:rPr lang="en-IN" sz="2400" b="1" dirty="0">
                <a:solidFill>
                  <a:schemeClr val="bg1"/>
                </a:solidFill>
              </a:rPr>
              <a:t>next-day risk prediction</a:t>
            </a:r>
            <a:r>
              <a:rPr lang="en-IN" sz="2400" dirty="0">
                <a:solidFill>
                  <a:schemeClr val="bg1"/>
                </a:solidFill>
              </a:rPr>
              <a:t>, personalized alerts, and integration with wearable and location-based technologies.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32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CDCC1-5BE7-7DAB-73E1-914CE6C95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55F6819-D25E-7A3F-FD51-9A93A759E479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F44C8C-A191-4D86-1EF6-538D89E7F911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62CAF2-C30E-B030-4CFE-35F6416628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8D2C104-8795-9278-4049-7C53E8BFDF45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195E34-91CA-0BA8-572E-9A0279BCC12A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53F946-35FF-B62B-A241-D05B3BDFF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4A5515-1429-3D68-F417-7F01B090EADC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68B30A-E965-145C-B93F-A6503B8D80E0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5A4193F-8905-4A10-1B49-4823C1FBE6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64124-513E-64D6-8BF8-CC6A014F55AE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599BBA-6F0C-A049-91EA-422D25D33AB0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55FCF34-11E8-9A6D-5D22-4BDD41FE0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6CEDC46-F6D7-7737-E2E0-E75DE5F7128C}"/>
              </a:ext>
            </a:extLst>
          </p:cNvPr>
          <p:cNvSpPr txBox="1"/>
          <p:nvPr/>
        </p:nvSpPr>
        <p:spPr>
          <a:xfrm>
            <a:off x="2211270" y="993983"/>
            <a:ext cx="65330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CONCLUSION</a:t>
            </a:r>
            <a:endParaRPr lang="en-IN" sz="4400" dirty="0">
              <a:solidFill>
                <a:schemeClr val="bg1"/>
              </a:solidFill>
            </a:endParaRPr>
          </a:p>
          <a:p>
            <a:pPr lvl="0" algn="ctr"/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652E90-BE7B-39C5-2458-DC199A753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55" y="2001235"/>
            <a:ext cx="111687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 techniques were effectively used to analyze historical air quality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successfully identified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high-risk environmental exposure days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Time-series feature engineering improved risk pattern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Recall-focused evaluation ensured reliable identification of high-risk cases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early warning framework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preventive healthcare and public awareness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project provides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strong foundation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future environmental health risk prediction systems</a:t>
            </a:r>
          </a:p>
        </p:txBody>
      </p:sp>
    </p:spTree>
    <p:extLst>
      <p:ext uri="{BB962C8B-B14F-4D97-AF65-F5344CB8AC3E}">
        <p14:creationId xmlns:p14="http://schemas.microsoft.com/office/powerpoint/2010/main" val="3945213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06988-D131-B678-D88B-4B675E7D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D875A0D-45AA-958F-04A5-D6C4881C57FC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20A30B2-AFE3-3A2C-D609-0730EB318830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3769535-4EF7-8C1F-563C-BE58CADA7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8285B5-5379-57B0-DAC2-0D396AC829DF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A85C302-B524-BA5B-0ACD-E879E12D12AC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A3AC53F-B8E0-1E36-7661-7BBAA0FAA2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9CEE4C-D27E-E837-1A38-15D049FC8AEB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39D5E38-50CC-C781-6720-5B6194422D5E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39164B9-222E-7C04-63B8-6A5A4ECEE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90DC81-0C87-0869-5692-D3AC9481CA94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582B99-B5FD-DB6F-3159-1CA7D7D5496B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C1736C0-E7AB-42AC-CB74-2EBCFF2FD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520143E-5576-43AA-892F-189EA629E05A}"/>
              </a:ext>
            </a:extLst>
          </p:cNvPr>
          <p:cNvSpPr txBox="1"/>
          <p:nvPr/>
        </p:nvSpPr>
        <p:spPr>
          <a:xfrm>
            <a:off x="2316007" y="1382210"/>
            <a:ext cx="6533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A2A1E7B-8A02-C5CE-14D5-2C3276E6457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5656" y="2124061"/>
            <a:ext cx="10221681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Central Pollution Control Board (CPCB), Government of India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Air Quality Data in India (2015–2020)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Source: Kaggle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 Link: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https://www.kaggle.com/datasets/rohanrao/air-quality-data-in-india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316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FBA4E-A03C-E3AA-A210-31682686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AB5A7CD-EDB2-A717-5C86-D58F3597F0B7}"/>
              </a:ext>
            </a:extLst>
          </p:cNvPr>
          <p:cNvGrpSpPr/>
          <p:nvPr/>
        </p:nvGrpSpPr>
        <p:grpSpPr>
          <a:xfrm>
            <a:off x="501805" y="4757057"/>
            <a:ext cx="2993571" cy="1839342"/>
            <a:chOff x="501805" y="4757057"/>
            <a:chExt cx="2993571" cy="1839342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063B3EA-DA6D-A12A-F390-F37307DDCCF6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D18043D-9014-F278-9933-BD4FB3603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35D6647-CF39-9AB6-6880-8F385BF431A8}"/>
              </a:ext>
            </a:extLst>
          </p:cNvPr>
          <p:cNvGrpSpPr/>
          <p:nvPr/>
        </p:nvGrpSpPr>
        <p:grpSpPr>
          <a:xfrm>
            <a:off x="448439" y="315685"/>
            <a:ext cx="2993571" cy="1839342"/>
            <a:chOff x="448439" y="315685"/>
            <a:chExt cx="2993571" cy="183934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1D50B42-3213-7526-0789-647D907F66C3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059D10D-DF28-46DF-F4A2-5AEF83DBD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6DAFC2C-A767-8EBC-4172-BAAA80970E02}"/>
              </a:ext>
            </a:extLst>
          </p:cNvPr>
          <p:cNvGrpSpPr/>
          <p:nvPr/>
        </p:nvGrpSpPr>
        <p:grpSpPr>
          <a:xfrm rot="10800000">
            <a:off x="8849024" y="4802684"/>
            <a:ext cx="2993571" cy="1839342"/>
            <a:chOff x="448439" y="315685"/>
            <a:chExt cx="2993571" cy="183934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9A7EE6A-E1FC-8245-5EDF-223082E1163E}"/>
                </a:ext>
              </a:extLst>
            </p:cNvPr>
            <p:cNvCxnSpPr>
              <a:cxnSpLocks/>
            </p:cNvCxnSpPr>
            <p:nvPr/>
          </p:nvCxnSpPr>
          <p:spPr>
            <a:xfrm>
              <a:off x="448439" y="315685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3D5B72A-68BA-D906-A7F3-D6AD5D8FED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39" y="315685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59A43E-1766-6C31-E386-AFAECAD7AE84}"/>
              </a:ext>
            </a:extLst>
          </p:cNvPr>
          <p:cNvGrpSpPr/>
          <p:nvPr/>
        </p:nvGrpSpPr>
        <p:grpSpPr>
          <a:xfrm rot="10800000">
            <a:off x="8849023" y="315685"/>
            <a:ext cx="2993571" cy="1839342"/>
            <a:chOff x="501805" y="4757057"/>
            <a:chExt cx="2993571" cy="183934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9F57DC-76D7-9BF7-2819-CF577388910D}"/>
                </a:ext>
              </a:extLst>
            </p:cNvPr>
            <p:cNvCxnSpPr>
              <a:cxnSpLocks/>
            </p:cNvCxnSpPr>
            <p:nvPr/>
          </p:nvCxnSpPr>
          <p:spPr>
            <a:xfrm>
              <a:off x="501805" y="4757057"/>
              <a:ext cx="0" cy="183934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6A2598-FF38-8714-861D-7D4D100E82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805" y="6596399"/>
              <a:ext cx="29935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5929B9C-E3D2-3A3F-B4BF-B6F5E3B14FFC}"/>
              </a:ext>
            </a:extLst>
          </p:cNvPr>
          <p:cNvSpPr txBox="1"/>
          <p:nvPr/>
        </p:nvSpPr>
        <p:spPr>
          <a:xfrm>
            <a:off x="2239806" y="2875002"/>
            <a:ext cx="73867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6600" b="1" dirty="0">
                <a:solidFill>
                  <a:schemeClr val="bg1"/>
                </a:solidFill>
                <a:latin typeface="Calibri" panose="020F0502020204030204"/>
              </a:rPr>
              <a:t>THANK YOU</a:t>
            </a:r>
            <a:endParaRPr kumimoji="0" lang="en-IN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4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758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alka ks</dc:creator>
  <cp:lastModifiedBy>alka ks</cp:lastModifiedBy>
  <cp:revision>1</cp:revision>
  <dcterms:created xsi:type="dcterms:W3CDTF">2026-02-09T16:01:42Z</dcterms:created>
  <dcterms:modified xsi:type="dcterms:W3CDTF">2026-02-13T03:26:31Z</dcterms:modified>
</cp:coreProperties>
</file>